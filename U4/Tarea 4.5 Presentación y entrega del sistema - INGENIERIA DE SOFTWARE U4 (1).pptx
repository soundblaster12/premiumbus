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8757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8961120" y="731520"/>
            <a:ext cx="3017520" cy="5486400"/>
          </a:xfrm>
          <a:prstGeom prst="roundRect">
            <a:avLst/>
          </a:prstGeom>
          <a:solidFill>
            <a:srgbClr val="2B5EA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 DEL SISTEMA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PremiumBus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0C4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Gestión de Transporte Urbano — San Luis Potosí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61188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E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Materia: Ingeniería de Software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B0CC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Integrante 1 — [</a:t>
            </a:r>
            <a:r>
              <a:rPr lang="en-US" sz="1600" dirty="0">
                <a:solidFill>
                  <a:srgbClr val="B0CCE8"/>
                </a:solidFill>
                <a:latin typeface="Segoe UI" pitchFamily="34" charset="0"/>
                <a:cs typeface="Segoe UI" pitchFamily="34" charset="-120"/>
              </a:rPr>
              <a:t>Coronado Hernández David]</a:t>
            </a:r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B0CCE8"/>
                </a:solidFill>
                <a:latin typeface="Segoe UI" pitchFamily="34" charset="0"/>
                <a:cs typeface="Segoe UI" pitchFamily="34" charset="-120"/>
              </a:rPr>
              <a:t>👤 Integrante 2 — [Gonzales Castillo Gael Essau]</a:t>
            </a:r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B0CCE8"/>
                </a:solidFill>
                <a:latin typeface="Segoe UI" pitchFamily="34" charset="0"/>
                <a:cs typeface="Segoe UI" pitchFamily="34" charset="-120"/>
              </a:rPr>
              <a:t>👤 Integrante 3 — [Moreno Flores Braulio Edgardo]</a:t>
            </a:r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B0CCE8"/>
                </a:solidFill>
                <a:latin typeface="Segoe UI" pitchFamily="34" charset="0"/>
                <a:cs typeface="Segoe UI" pitchFamily="34" charset="-120"/>
              </a:rPr>
              <a:t>👤 Integrante 4 — [Reyna Hernández Yaotl Isaias</a:t>
            </a:r>
            <a:r>
              <a:rPr lang="en-US" sz="1600" dirty="0">
                <a:solidFill>
                  <a:srgbClr val="B0CC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 2026  • ITSLP</a:t>
            </a:r>
            <a:endParaRPr lang="en-US" sz="13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7B3A307-384A-9FFD-3EA6-055045FA1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0292" y="2294787"/>
            <a:ext cx="2619176" cy="26341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Introducción — Problema Abordado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Problemática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 San Luis Potosí, los usuarios de transporte urbano carecen de un sistema digital accesible para consultar rutas, horarios y disponibilidad de asientos.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 compra de boletos se realiza de forma presencial, generando filas, pérdida de tiempo y una experiencia de usuario deficiente.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existe una plataforma unificada que permita a los administradores gestionar rutas, usuarios y ventas de manera centralizada.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92240" y="1508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Solución: PremiumBus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Aplicación web progresiva (PWA) que permite consultar las 30 rutas urbanas de SLP, visualizar recorridos en mapa interactivo y comprar boletos digitales.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Panel administrativo completo con estadísticas de ventas, gestión de usuarios y control de rutas.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>
              <a:solidFill>
                <a:srgbClr val="333333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Arquitectura dual: funciona con servidor MySQL (producción) y en modo offline con localStorage (demostración), garantizando disponibilidad total.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Requisitos del Sistema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Requisitos Funcionales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RF1   Registro de usuario con nombre, correo y contraseña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RF2   Inicio de sesión con validación de credenciales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RF3   Verificación por código de 6 dígitos al registrarse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RF4   Recuperación de contraseña en 3 pasos seguros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RF5   Consulta de 30 rutas urbanas con mapa interactivo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RF6   Compra de boletos con selección visual de asientos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RF7   Historial de compras con estados activo/completado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RF8   Panel admin: estadísticas, usuarios, rutas y ventas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RF9   Login social (Google, Facebook, Instagram)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RF10  Navegación SPA con protección de rutas (Guards)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9224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45D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Requisitos No Funcionales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RNF1  Usabilidad: interfaz intuitiva sin experiencia técnica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RNF2  Rendimiento: respuesta &lt; 3 segundos en toda acción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RNF3  Seguridad: hash SHA-256, HTTPS, anti-inyección SQL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RNF4  Disponibilidad: modo offline con localStorage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RNF5  Compatibilidad: PWA en Android, iOS y PC (Chrome)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RNF6  Mantenibilidad: código modular y documentado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RNF7  Escalabilidad: arquitectura API REST desacoplada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RNF8  Instalable: se puede agregar a pantalla de inicio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Herramientas de Desarrollo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Frontend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HTML5 + CSS3 + JavaScript ES6+ (Vanilla)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PWA: Service Worker + Web App Manifest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Leaflet.js para mapas interactivos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Sistema de diseño con tokens CSS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92240" y="14630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Backend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PHP 7.4+ con API REST centralizada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MySQL 8.0 con PDO y prepared statements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XAMPP como servidor local de desarrollo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SHA-256 para encriptación de contraseñas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45D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Herramientas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Visual Studio Code — Editor de código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Git + GitHub — Control de versiones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Chrome DevTools — Depuración y testing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Gemini AI — Asistente de desarrollo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840480"/>
            <a:ext cx="5486400" cy="2286000"/>
          </a:xfrm>
          <a:prstGeom prst="roundRect">
            <a:avLst/>
          </a:prstGeom>
          <a:solidFill>
            <a:srgbClr val="FDF2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492240" y="3931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E18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Despliegue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44348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XAMPP para servidor local (Apache + MySQL)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Instalador .HTA automatizado para el cliente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PWA instalable en Android, iOS y escritorio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Documentación completa en Word (.docx)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Autenticación, Mantenimiento y Código Fuente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657600" cy="2468880"/>
          </a:xfrm>
          <a:prstGeom prst="round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Crear Cuenta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Usuario ingresa nombre, correo y contraseña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Sistema valida formato y unicidad del correo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Se genera código de verificación de 6 dígitos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Usuario ingresa el código recibido por email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Si es válido, se crea la cuenta y auto-login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280160"/>
            <a:ext cx="3657600" cy="2468880"/>
          </a:xfrm>
          <a:prstGeom prst="round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38912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D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Recuperar Contraseña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0" y="187452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Click en '¿Olvidaste tu contraseña?'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Ingresa correo → sistema verifica existencia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Se envía código de 6 dígitos al correo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Usuario ingresa código de verificación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Si es correcto, ingresa nueva contraseña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Contraseña actualizada exitosamente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280160"/>
            <a:ext cx="3840480" cy="2468880"/>
          </a:xfrm>
          <a:prstGeom prst="round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82296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Modificar el Código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0" y="18745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Frontend: carpeta src/ (pages/, components/)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Backend API: carpeta api/ (index.php, config.php)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Estilos: src/styles/ (tokens CSS y layouts)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BD: api/setup.sql o setup_db.php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Editar con VS Code u otro editor de texto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11521440" cy="2560320"/>
          </a:xfrm>
          <a:prstGeom prst="round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Descargar el Proyecto desde GitHub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ED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Repositorio: https://github.com/[tu-usuario]/PremiumBus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ED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📥 Para descargar: ir al repositorio → botón verde "Code" → "Download ZIP"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ED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O bien con Git:  git clone https://github.com/[tu-usuario]/PremiumBus.git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ED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📂 Estructura del proyecto: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ED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PremiumBus/src/              → Código frontend (HTML, JS, CSS)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ED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PremiumBus/api/              → Backend PHP + SQL de la base de datos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ED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PremiumBus/setup_db.php  → Configurador automático de MySQL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ED4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PremiumBus/index.html     → Punto de entrada de la aplicación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Cuentas de Administrador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sistema cuenta con 10 cuentas de administrador predefinidas + 1 administrador principal.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029200" cy="1737360"/>
          </a:xfrm>
          <a:prstGeom prst="round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45D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Administrador Principal (Super Admin)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Correo: admin@premiumbus.com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Contraseña: admin123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Permisos: TOTAL — puede eliminar usuarios, gestionar todo el sistema y acceder a todas las funciones.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783080"/>
            <a:ext cx="6126480" cy="1737360"/>
          </a:xfrm>
          <a:prstGeom prst="round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943600" y="1874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ℹ️ Diferencia con los demás admins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0" y="233172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Solo el Admin Principal (ID: 1) puede eliminar usuarios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Los otros 9 admins pueden ver estadísticas, gestionar rutas y compras, pero NO pueden eliminar cuentas.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Todos comparten la contraseña inicial: admin123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11430000" cy="2834640"/>
          </a:xfrm>
          <a:prstGeom prst="roundRect">
            <a:avLst/>
          </a:prstGeom>
          <a:solidFill>
            <a:srgbClr val="F0F2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Las 10 Cuentas de Administrador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Administrador Principal — admin@premiumbus.com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Admin Operaciones — admin2@premiumbus.com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Admin Finanzas — admin3@premiumbus.com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Admin Soporte — admin4@premiumbus.com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Admin Rutas — admin5@premiumbus.com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42519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 Admin Recursos — admin6@premiumbus.com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 Admin Marketing — admin7@premiumbus.com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  Admin Seguridad — admin8@premiumbus.com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  Admin Calidad — admin9@premiumbus.com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Admin Regional — admin10@premiumbus.com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6263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Contraseña de todas las cuentas: admin123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3200400" y="731520"/>
            <a:ext cx="57607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¡Gracias por su atención!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0C4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PremiumBus — Sistema de Gestión de Transporte Urbano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0" y="4206240"/>
            <a:ext cx="210312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200400" y="457200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B0CC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Sistema disponible como PWA instalable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090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Ingeniería de Software — Mayo 2026</a:t>
            </a:r>
            <a:endParaRPr lang="en-US" sz="1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F228D3B-F1A7-0177-AABD-29B786463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424" y="1036172"/>
            <a:ext cx="1440672" cy="1448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1074</Words>
  <Application>Microsoft Office PowerPoint</Application>
  <PresentationFormat>Panorámica</PresentationFormat>
  <Paragraphs>129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Coronado</cp:lastModifiedBy>
  <cp:revision>2</cp:revision>
  <dcterms:created xsi:type="dcterms:W3CDTF">2026-05-24T05:22:52Z</dcterms:created>
  <dcterms:modified xsi:type="dcterms:W3CDTF">2026-05-24T05:35:03Z</dcterms:modified>
</cp:coreProperties>
</file>