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3AF80-AC87-43DD-9A37-2B073514D751}" v="9" dt="2026-05-06T01:34:22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3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Plan de Pruebas de Software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</a:rPr>
              <a:t>PremiumBus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Metodologia Pressman de los Cap. 17-20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0343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10 pruebas ejecutadas  |  10 aprobadas  |  100% cobertura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8 de Mayo 2026</a:t>
            </a:r>
            <a:endParaRPr lang="en-US" sz="1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483594A-628C-64DB-0561-262D485D1966}"/>
              </a:ext>
            </a:extLst>
          </p:cNvPr>
          <p:cNvSpPr/>
          <p:nvPr/>
        </p:nvSpPr>
        <p:spPr>
          <a:xfrm>
            <a:off x="472440" y="4389121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dirty="0"/>
              <a:t>Integrantes:</a:t>
            </a:r>
          </a:p>
          <a:p>
            <a:r>
              <a:rPr lang="es-MX" dirty="0"/>
              <a:t>Coronado Hernández David</a:t>
            </a:r>
          </a:p>
          <a:p>
            <a:r>
              <a:rPr lang="es-MX" dirty="0"/>
              <a:t>Gonzales Castillo Gael Essau</a:t>
            </a:r>
          </a:p>
          <a:p>
            <a:r>
              <a:rPr lang="es-MX" dirty="0"/>
              <a:t>Moreno Flores Braulio Edgardo</a:t>
            </a:r>
          </a:p>
          <a:p>
            <a:r>
              <a:rPr lang="es-MX" dirty="0"/>
              <a:t>Reyna Hernández Yaotl Isaias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CP-AUTH-01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Autenticacion | Caja Negra | Cap.17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Login Exitoso y Retencion de Token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el sistema permite iniciar sesion con credenciales validas y que el token de autenticacion se mantiene persistente tras cerrar y reabrir la aplicacion, evitando que el usuario tenga que re-autenticarse.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Ingresar credenciales correctas (email + password)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Verificar acceso exitoso al Home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Cerrar la app desde el administrador de tareas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Reabrir la aplicacion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La sesion se reanuda sin pedir credenciales. Token persistente en localStorage.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2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2200"/>
            <a:ext cx="5852160" cy="562864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A6D2BB3-02C4-1F5A-5FA9-C8CFB6A98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180832"/>
            <a:ext cx="2772954" cy="531447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CA053AF-0BFB-466A-2456-B51AC1041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545" y="1180832"/>
            <a:ext cx="2454625" cy="53144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CP-AUTH-02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Seguridad | Caja Negra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Prevencion de Inyeccion XSS / SQL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intenta inyectar codigo malicioso en el campo de email del login para verificar que el sistema bloquea ataques XSS, SQL Injection y HTML Injection antes de realizar cualquier peticion de 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Ingresar como email: &lt;script&gt;alert(1)&lt;/script&gt;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Ingresar: ' OR 1=1 --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Ingresar: &lt;img onerror=alert(1)&gt;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Pulsar boton login en cada caso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Bloqueo inmediato local. Mensaje: "Formato de email invalido" (Early Return).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32823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991326"/>
            <a:ext cx="5852160" cy="5729514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C72E8EE-1109-C6EB-626E-0AD332240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1" y="1234440"/>
            <a:ext cx="2960412" cy="34064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0D35DAA-4321-2982-6C0D-1D51CEC0A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612" y="1234440"/>
            <a:ext cx="2562273" cy="38296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A48E088-A979-B970-6C90-128CB493B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762" y="3429000"/>
            <a:ext cx="2960412" cy="3241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CP-COMPRA-01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Compras | Valores Limite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Compra con Saldo Exacto $13.50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prueba el caso limite donde el saldo del usuario es exactamente igual al precio del boleto ($13.50 MXN). Se verifica que la transaccion se aprueba y el saldo queda en $0.00 sin errores de punto flotante.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Configurar saldo del usuario = $13.50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Ir a seccion de tickets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Seleccionar ruta y asiento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Pulsar boton "Adquirir"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Transaccion aprobada. Codigo QR emitido. Saldo final: $0.00 exacto.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20320D7-0F83-F0A1-54CC-78188ABF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334" y="1045059"/>
            <a:ext cx="3591426" cy="5630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CP-COMPRA-02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Compras | Valores Limite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Rechazo por Saldo Insuficiente $13.49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prueba el caso donde el saldo es $13.49 (1 centavo por debajo del precio). El sistema debe rechazar la compra inmediatamente mostrando un Toast de error, sin realizar deduccion alguna.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Configurar saldo del usuario = $13.49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Intentar comprar boleto de $13.50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respuesta del sistema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Toast rojo: "Fondo insuficiente". Saldo preservado sin deduccion.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852160" cy="562356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D5B4336-9A53-6315-41CA-2401F392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325" y="1178881"/>
            <a:ext cx="3027830" cy="5460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CP-ROL-01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Roles | Orientado a Objetos | Cap.19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Restriccion de Vistas para Administrador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al iniciar sesion como Administrador, el boton "Comprar Boletos" desaparece de la interfaz mediante renderizado condicional. Los administradores no deben poder comprar.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Iniciar sesion con cuenta tipo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Inspeccionar pantalla de inicio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Verificar menu lateral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Buscar opcion "Comprar"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Boton "Comprar" OCULTO. Panel Conductores y Estadisticas VISIBLES.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5BFA46B-152A-3A7F-9792-E385A5147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967" y="1005840"/>
            <a:ext cx="3229426" cy="5715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CP-ROL-02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Roles | Orientado a Objetos | Cap.19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Acceso al Directorio de Usuarios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un Administrador puede acceder al directorio completo de usuarios registrados. La consulta debe estar optimizada sin requerir indices compuestos en Firebase.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Iniciar sesion como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Navegar a "Directorio de Usuarios"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Verificar que la lista se carga completa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Revisar consola por errores de indices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Lista completa desplegada. Sin errores de composite indices en Firebase.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31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51560"/>
            <a:ext cx="5852160" cy="566928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6E4350A-0C6D-B9E2-DF8D-146714FAD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282" y="1051560"/>
            <a:ext cx="3248478" cy="5668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CP-PERF-01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Rendimiento | Firebase Storage | Cap.17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Carga Masiva de Fotografia de Perfil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la subida asincrona de una imagen JPG al perfil del usuario. Debe mostrar barra de progreso durante la carga y actualizar la miniatura del avatar en tiempo real al completar.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Clic en "Modificar Perfil"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Seleccionar imagen JPG valida (&lt; 2MB)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barra de progreso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Verificar actualizacion de miniatura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Barra de progreso fluida. Avatar actualizado en tiempo real sin recargar.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4337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4377"/>
            <a:ext cx="5852160" cy="5626463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62ADFBD-B6E9-1525-6189-F6798A396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914" y="1411514"/>
            <a:ext cx="2343979" cy="50749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D2CE2D6-5265-FBDD-9F59-F24EFF0E8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640" y="1399374"/>
            <a:ext cx="2819794" cy="5087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CP-GEO-01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Geolocalizacion | WebApp/Movil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Seguimiento GPS en Tiempo Real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el mapa muestra el marcador del autobus desplazandose fluidamente sin saltos exagerados. Las coordenadas y velocidad deben actualizarse en tiempo real mediante un poller optimizado.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Activar GPS y dar permisos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Abrir seccion de Mapa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movimiento del marcador del bus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Verificar actualizacion de coordenadas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Marcador se desplaza fluidamente. Coordenadas actualizadas sin saltos.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852160" cy="562356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7C7EF8D-FCF1-8B98-774E-824FF57B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773" y="1143000"/>
            <a:ext cx="257626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CP-GEO-02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Geolocalizacion | Resiliencia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Corte Abrupto de Servicios GPS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desactiva el GPS mientras el tracking esta activo. La app debe detectar la perdida de senal, congelar la actualizacion del mapa y notificar al usuario via Toast sin provocar un crash.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Tener el mapa funcionando normalmente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Ir a Ajustes del sistema y desactivar GPS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Regresar a la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Observar comportamiento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Toast: "Se perdio senal GPS". Mapa congelado. Sin crash.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10EAF25-A142-1C41-894C-63E9C6510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290" y="1095054"/>
            <a:ext cx="3013910" cy="5445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CP-UI-01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UI/UX | WebApp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Validacion de Tokens de Diseno Atomico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toda la aplicacion cumple con los tokens de diseno definidos: colores, tipografia (Inter), border-radius y componentes aislados. Los Toast no deben superar el 85% del ancho de pantalla.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Inspeccionar variables CSS del sistema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Verificar uso de tokens en componentes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Medir ancho de Toast en pantalla pequena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Validar responsive max-width: 480px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Todos los tokens aplicados. Toast &lt;= 85% ancho. Componentes aislados.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2048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940526"/>
            <a:ext cx="5852160" cy="5780314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75E7B27-7519-D1B0-396C-37D9FABF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025" y="1103812"/>
            <a:ext cx="2791215" cy="449642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5C0DEB0-E209-9955-9A03-B0D6E6A67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000" y="1417320"/>
            <a:ext cx="2829320" cy="42215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4572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- 10 de 10 pruebas aprobadas (100%)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Cero incidentes de Severidad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Cobertura completa: Auth, Compras, Roles, Perfil, GPS, UI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Pruebas Criticas (AUTH, COMPRA, ROL): 100%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Sin caidas, fugas de datos ni corrupcion de saldos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Codigo cumple SOLID, Early Return y SoC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Tokens de diseno atomico validados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El sistema PremiumBus cumple los criterios de aceptacion de Pressman.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PremiumBus - Mayo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1137</Words>
  <Application>Microsoft Office PowerPoint</Application>
  <PresentationFormat>Panorámica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Coronado</cp:lastModifiedBy>
  <cp:revision>2</cp:revision>
  <dcterms:created xsi:type="dcterms:W3CDTF">2026-05-06T00:12:12Z</dcterms:created>
  <dcterms:modified xsi:type="dcterms:W3CDTF">2026-05-06T01:41:17Z</dcterms:modified>
</cp:coreProperties>
</file>