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873AF80-AC87-43DD-9A37-2B073514D751}" v="3" dt="2026-05-06T00:34:08.15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876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vid Coronado" userId="58e676e7eb816da9" providerId="LiveId" clId="{7F77D59E-842D-437D-AA28-71301E20DF3F}"/>
    <pc:docChg chg="undo custSel modSld">
      <pc:chgData name="David Coronado" userId="58e676e7eb816da9" providerId="LiveId" clId="{7F77D59E-842D-437D-AA28-71301E20DF3F}" dt="2026-05-06T00:35:53.716" v="106" actId="1076"/>
      <pc:docMkLst>
        <pc:docMk/>
      </pc:docMkLst>
      <pc:sldChg chg="addSp modSp mod">
        <pc:chgData name="David Coronado" userId="58e676e7eb816da9" providerId="LiveId" clId="{7F77D59E-842D-437D-AA28-71301E20DF3F}" dt="2026-05-06T00:14:38.654" v="16" actId="14100"/>
        <pc:sldMkLst>
          <pc:docMk/>
          <pc:sldMk cId="0" sldId="257"/>
        </pc:sldMkLst>
        <pc:spChg chg="mod">
          <ac:chgData name="David Coronado" userId="58e676e7eb816da9" providerId="LiveId" clId="{7F77D59E-842D-437D-AA28-71301E20DF3F}" dt="2026-05-06T00:13:53.199" v="3" actId="1076"/>
          <ac:spMkLst>
            <pc:docMk/>
            <pc:sldMk cId="0" sldId="257"/>
            <ac:spMk id="12" creationId="{00000000-0000-0000-0000-000000000000}"/>
          </ac:spMkLst>
        </pc:spChg>
        <pc:spChg chg="mod">
          <ac:chgData name="David Coronado" userId="58e676e7eb816da9" providerId="LiveId" clId="{7F77D59E-842D-437D-AA28-71301E20DF3F}" dt="2026-05-06T00:14:04.595" v="6" actId="20577"/>
          <ac:spMkLst>
            <pc:docMk/>
            <pc:sldMk cId="0" sldId="257"/>
            <ac:spMk id="13" creationId="{00000000-0000-0000-0000-000000000000}"/>
          </ac:spMkLst>
        </pc:spChg>
        <pc:picChg chg="add mod">
          <ac:chgData name="David Coronado" userId="58e676e7eb816da9" providerId="LiveId" clId="{7F77D59E-842D-437D-AA28-71301E20DF3F}" dt="2026-05-06T00:14:32.022" v="13" actId="1076"/>
          <ac:picMkLst>
            <pc:docMk/>
            <pc:sldMk cId="0" sldId="257"/>
            <ac:picMk id="15" creationId="{6A6D2BB3-02C4-1F5A-5FA9-C8CFB6A98C81}"/>
          </ac:picMkLst>
        </pc:picChg>
        <pc:picChg chg="add mod">
          <ac:chgData name="David Coronado" userId="58e676e7eb816da9" providerId="LiveId" clId="{7F77D59E-842D-437D-AA28-71301E20DF3F}" dt="2026-05-06T00:14:38.654" v="16" actId="14100"/>
          <ac:picMkLst>
            <pc:docMk/>
            <pc:sldMk cId="0" sldId="257"/>
            <ac:picMk id="17" creationId="{08D2BB91-B152-1B59-091D-6F19B99A950C}"/>
          </ac:picMkLst>
        </pc:picChg>
      </pc:sldChg>
      <pc:sldChg chg="addSp modSp mod">
        <pc:chgData name="David Coronado" userId="58e676e7eb816da9" providerId="LiveId" clId="{7F77D59E-842D-437D-AA28-71301E20DF3F}" dt="2026-05-06T00:17:15.664" v="46" actId="14100"/>
        <pc:sldMkLst>
          <pc:docMk/>
          <pc:sldMk cId="0" sldId="258"/>
        </pc:sldMkLst>
        <pc:spChg chg="mod">
          <ac:chgData name="David Coronado" userId="58e676e7eb816da9" providerId="LiveId" clId="{7F77D59E-842D-437D-AA28-71301E20DF3F}" dt="2026-05-06T00:15:01.941" v="17" actId="1076"/>
          <ac:spMkLst>
            <pc:docMk/>
            <pc:sldMk cId="0" sldId="258"/>
            <ac:spMk id="12" creationId="{00000000-0000-0000-0000-000000000000}"/>
          </ac:spMkLst>
        </pc:spChg>
        <pc:spChg chg="mod">
          <ac:chgData name="David Coronado" userId="58e676e7eb816da9" providerId="LiveId" clId="{7F77D59E-842D-437D-AA28-71301E20DF3F}" dt="2026-05-06T00:15:10.475" v="19" actId="14100"/>
          <ac:spMkLst>
            <pc:docMk/>
            <pc:sldMk cId="0" sldId="258"/>
            <ac:spMk id="13" creationId="{00000000-0000-0000-0000-000000000000}"/>
          </ac:spMkLst>
        </pc:spChg>
        <pc:picChg chg="add mod">
          <ac:chgData name="David Coronado" userId="58e676e7eb816da9" providerId="LiveId" clId="{7F77D59E-842D-437D-AA28-71301E20DF3F}" dt="2026-05-06T00:16:52.160" v="41" actId="14100"/>
          <ac:picMkLst>
            <pc:docMk/>
            <pc:sldMk cId="0" sldId="258"/>
            <ac:picMk id="15" creationId="{5C72E8EE-1109-C6EB-626E-0AD33224054D}"/>
          </ac:picMkLst>
        </pc:picChg>
        <pc:picChg chg="add mod">
          <ac:chgData name="David Coronado" userId="58e676e7eb816da9" providerId="LiveId" clId="{7F77D59E-842D-437D-AA28-71301E20DF3F}" dt="2026-05-06T00:17:15.664" v="46" actId="14100"/>
          <ac:picMkLst>
            <pc:docMk/>
            <pc:sldMk cId="0" sldId="258"/>
            <ac:picMk id="17" creationId="{60D35DAA-4321-2982-6C0D-1D51CEC0A2CD}"/>
          </ac:picMkLst>
        </pc:picChg>
        <pc:picChg chg="add mod">
          <ac:chgData name="David Coronado" userId="58e676e7eb816da9" providerId="LiveId" clId="{7F77D59E-842D-437D-AA28-71301E20DF3F}" dt="2026-05-06T00:17:00.414" v="45" actId="14100"/>
          <ac:picMkLst>
            <pc:docMk/>
            <pc:sldMk cId="0" sldId="258"/>
            <ac:picMk id="19" creationId="{4A48E088-A979-B970-6C90-128CB493B07A}"/>
          </ac:picMkLst>
        </pc:picChg>
      </pc:sldChg>
      <pc:sldChg chg="addSp modSp mod">
        <pc:chgData name="David Coronado" userId="58e676e7eb816da9" providerId="LiveId" clId="{7F77D59E-842D-437D-AA28-71301E20DF3F}" dt="2026-05-06T00:19:47.726" v="63" actId="1076"/>
        <pc:sldMkLst>
          <pc:docMk/>
          <pc:sldMk cId="0" sldId="259"/>
        </pc:sldMkLst>
        <pc:spChg chg="mod">
          <ac:chgData name="David Coronado" userId="58e676e7eb816da9" providerId="LiveId" clId="{7F77D59E-842D-437D-AA28-71301E20DF3F}" dt="2026-05-06T00:17:24.892" v="47" actId="1076"/>
          <ac:spMkLst>
            <pc:docMk/>
            <pc:sldMk cId="0" sldId="259"/>
            <ac:spMk id="12" creationId="{00000000-0000-0000-0000-000000000000}"/>
          </ac:spMkLst>
        </pc:spChg>
        <pc:spChg chg="mod">
          <ac:chgData name="David Coronado" userId="58e676e7eb816da9" providerId="LiveId" clId="{7F77D59E-842D-437D-AA28-71301E20DF3F}" dt="2026-05-06T00:17:34.311" v="49" actId="14100"/>
          <ac:spMkLst>
            <pc:docMk/>
            <pc:sldMk cId="0" sldId="259"/>
            <ac:spMk id="13" creationId="{00000000-0000-0000-0000-000000000000}"/>
          </ac:spMkLst>
        </pc:spChg>
        <pc:picChg chg="add mod">
          <ac:chgData name="David Coronado" userId="58e676e7eb816da9" providerId="LiveId" clId="{7F77D59E-842D-437D-AA28-71301E20DF3F}" dt="2026-05-06T00:19:47.726" v="63" actId="1076"/>
          <ac:picMkLst>
            <pc:docMk/>
            <pc:sldMk cId="0" sldId="259"/>
            <ac:picMk id="15" creationId="{820320D7-0F83-F0A1-54CC-78188ABF7911}"/>
          </ac:picMkLst>
        </pc:picChg>
      </pc:sldChg>
      <pc:sldChg chg="addSp modSp mod">
        <pc:chgData name="David Coronado" userId="58e676e7eb816da9" providerId="LiveId" clId="{7F77D59E-842D-437D-AA28-71301E20DF3F}" dt="2026-05-06T00:21:16.296" v="70" actId="1076"/>
        <pc:sldMkLst>
          <pc:docMk/>
          <pc:sldMk cId="0" sldId="260"/>
        </pc:sldMkLst>
        <pc:spChg chg="mod">
          <ac:chgData name="David Coronado" userId="58e676e7eb816da9" providerId="LiveId" clId="{7F77D59E-842D-437D-AA28-71301E20DF3F}" dt="2026-05-06T00:21:00.904" v="64" actId="1076"/>
          <ac:spMkLst>
            <pc:docMk/>
            <pc:sldMk cId="0" sldId="260"/>
            <ac:spMk id="12" creationId="{00000000-0000-0000-0000-000000000000}"/>
          </ac:spMkLst>
        </pc:spChg>
        <pc:spChg chg="mod">
          <ac:chgData name="David Coronado" userId="58e676e7eb816da9" providerId="LiveId" clId="{7F77D59E-842D-437D-AA28-71301E20DF3F}" dt="2026-05-06T00:21:07.454" v="66" actId="20577"/>
          <ac:spMkLst>
            <pc:docMk/>
            <pc:sldMk cId="0" sldId="260"/>
            <ac:spMk id="13" creationId="{00000000-0000-0000-0000-000000000000}"/>
          </ac:spMkLst>
        </pc:spChg>
        <pc:picChg chg="add mod">
          <ac:chgData name="David Coronado" userId="58e676e7eb816da9" providerId="LiveId" clId="{7F77D59E-842D-437D-AA28-71301E20DF3F}" dt="2026-05-06T00:21:16.296" v="70" actId="1076"/>
          <ac:picMkLst>
            <pc:docMk/>
            <pc:sldMk cId="0" sldId="260"/>
            <ac:picMk id="15" creationId="{9D5B4336-9A53-6315-41CA-2401F3924024}"/>
          </ac:picMkLst>
        </pc:picChg>
      </pc:sldChg>
      <pc:sldChg chg="addSp modSp mod">
        <pc:chgData name="David Coronado" userId="58e676e7eb816da9" providerId="LiveId" clId="{7F77D59E-842D-437D-AA28-71301E20DF3F}" dt="2026-05-06T00:23:15.942" v="96" actId="1076"/>
        <pc:sldMkLst>
          <pc:docMk/>
          <pc:sldMk cId="0" sldId="261"/>
        </pc:sldMkLst>
        <pc:spChg chg="mod">
          <ac:chgData name="David Coronado" userId="58e676e7eb816da9" providerId="LiveId" clId="{7F77D59E-842D-437D-AA28-71301E20DF3F}" dt="2026-05-06T00:21:28.992" v="71" actId="1076"/>
          <ac:spMkLst>
            <pc:docMk/>
            <pc:sldMk cId="0" sldId="261"/>
            <ac:spMk id="12" creationId="{00000000-0000-0000-0000-000000000000}"/>
          </ac:spMkLst>
        </pc:spChg>
        <pc:spChg chg="mod">
          <ac:chgData name="David Coronado" userId="58e676e7eb816da9" providerId="LiveId" clId="{7F77D59E-842D-437D-AA28-71301E20DF3F}" dt="2026-05-06T00:21:39.318" v="75" actId="20577"/>
          <ac:spMkLst>
            <pc:docMk/>
            <pc:sldMk cId="0" sldId="261"/>
            <ac:spMk id="13" creationId="{00000000-0000-0000-0000-000000000000}"/>
          </ac:spMkLst>
        </pc:spChg>
        <pc:picChg chg="add mod">
          <ac:chgData name="David Coronado" userId="58e676e7eb816da9" providerId="LiveId" clId="{7F77D59E-842D-437D-AA28-71301E20DF3F}" dt="2026-05-06T00:23:15.942" v="96" actId="1076"/>
          <ac:picMkLst>
            <pc:docMk/>
            <pc:sldMk cId="0" sldId="261"/>
            <ac:picMk id="15" creationId="{55BFA46B-152A-3A7F-9792-E385A5147BDD}"/>
          </ac:picMkLst>
        </pc:picChg>
      </pc:sldChg>
      <pc:sldChg chg="addSp modSp mod">
        <pc:chgData name="David Coronado" userId="58e676e7eb816da9" providerId="LiveId" clId="{7F77D59E-842D-437D-AA28-71301E20DF3F}" dt="2026-05-06T00:23:53.800" v="98" actId="1076"/>
        <pc:sldMkLst>
          <pc:docMk/>
          <pc:sldMk cId="0" sldId="262"/>
        </pc:sldMkLst>
        <pc:spChg chg="mod">
          <ac:chgData name="David Coronado" userId="58e676e7eb816da9" providerId="LiveId" clId="{7F77D59E-842D-437D-AA28-71301E20DF3F}" dt="2026-05-06T00:21:45.704" v="76" actId="1076"/>
          <ac:spMkLst>
            <pc:docMk/>
            <pc:sldMk cId="0" sldId="262"/>
            <ac:spMk id="12" creationId="{00000000-0000-0000-0000-000000000000}"/>
          </ac:spMkLst>
        </pc:spChg>
        <pc:spChg chg="mod">
          <ac:chgData name="David Coronado" userId="58e676e7eb816da9" providerId="LiveId" clId="{7F77D59E-842D-437D-AA28-71301E20DF3F}" dt="2026-05-06T00:21:51.482" v="78" actId="20577"/>
          <ac:spMkLst>
            <pc:docMk/>
            <pc:sldMk cId="0" sldId="262"/>
            <ac:spMk id="13" creationId="{00000000-0000-0000-0000-000000000000}"/>
          </ac:spMkLst>
        </pc:spChg>
        <pc:picChg chg="add mod">
          <ac:chgData name="David Coronado" userId="58e676e7eb816da9" providerId="LiveId" clId="{7F77D59E-842D-437D-AA28-71301E20DF3F}" dt="2026-05-06T00:23:53.800" v="98" actId="1076"/>
          <ac:picMkLst>
            <pc:docMk/>
            <pc:sldMk cId="0" sldId="262"/>
            <ac:picMk id="15" creationId="{96E4350A-0C6D-B9E2-DF8D-146714FAD657}"/>
          </ac:picMkLst>
        </pc:picChg>
      </pc:sldChg>
      <pc:sldChg chg="addSp modSp mod">
        <pc:chgData name="David Coronado" userId="58e676e7eb816da9" providerId="LiveId" clId="{7F77D59E-842D-437D-AA28-71301E20DF3F}" dt="2026-05-06T00:35:53.716" v="106" actId="1076"/>
        <pc:sldMkLst>
          <pc:docMk/>
          <pc:sldMk cId="0" sldId="263"/>
        </pc:sldMkLst>
        <pc:spChg chg="mod">
          <ac:chgData name="David Coronado" userId="58e676e7eb816da9" providerId="LiveId" clId="{7F77D59E-842D-437D-AA28-71301E20DF3F}" dt="2026-05-06T00:21:56.136" v="79" actId="1076"/>
          <ac:spMkLst>
            <pc:docMk/>
            <pc:sldMk cId="0" sldId="263"/>
            <ac:spMk id="12" creationId="{00000000-0000-0000-0000-000000000000}"/>
          </ac:spMkLst>
        </pc:spChg>
        <pc:spChg chg="mod">
          <ac:chgData name="David Coronado" userId="58e676e7eb816da9" providerId="LiveId" clId="{7F77D59E-842D-437D-AA28-71301E20DF3F}" dt="2026-05-06T00:22:06.561" v="83" actId="14100"/>
          <ac:spMkLst>
            <pc:docMk/>
            <pc:sldMk cId="0" sldId="263"/>
            <ac:spMk id="13" creationId="{00000000-0000-0000-0000-000000000000}"/>
          </ac:spMkLst>
        </pc:spChg>
        <pc:spChg chg="add">
          <ac:chgData name="David Coronado" userId="58e676e7eb816da9" providerId="LiveId" clId="{7F77D59E-842D-437D-AA28-71301E20DF3F}" dt="2026-05-06T00:34:06.180" v="99"/>
          <ac:spMkLst>
            <pc:docMk/>
            <pc:sldMk cId="0" sldId="263"/>
            <ac:spMk id="14" creationId="{D60277D1-719F-4DFC-7E37-48CD2B2811FD}"/>
          </ac:spMkLst>
        </pc:spChg>
        <pc:picChg chg="add mod">
          <ac:chgData name="David Coronado" userId="58e676e7eb816da9" providerId="LiveId" clId="{7F77D59E-842D-437D-AA28-71301E20DF3F}" dt="2026-05-06T00:34:19.525" v="104" actId="1076"/>
          <ac:picMkLst>
            <pc:docMk/>
            <pc:sldMk cId="0" sldId="263"/>
            <ac:picMk id="16" creationId="{262ADFBD-B6E9-1525-6189-F6798A3962DD}"/>
          </ac:picMkLst>
        </pc:picChg>
        <pc:picChg chg="add mod">
          <ac:chgData name="David Coronado" userId="58e676e7eb816da9" providerId="LiveId" clId="{7F77D59E-842D-437D-AA28-71301E20DF3F}" dt="2026-05-06T00:35:53.716" v="106" actId="1076"/>
          <ac:picMkLst>
            <pc:docMk/>
            <pc:sldMk cId="0" sldId="263"/>
            <ac:picMk id="18" creationId="{4D2CE2D6-5265-FBDD-9F59-F24EFF0E8080}"/>
          </ac:picMkLst>
        </pc:picChg>
      </pc:sldChg>
      <pc:sldChg chg="modSp mod">
        <pc:chgData name="David Coronado" userId="58e676e7eb816da9" providerId="LiveId" clId="{7F77D59E-842D-437D-AA28-71301E20DF3F}" dt="2026-05-06T00:22:19.912" v="86" actId="14100"/>
        <pc:sldMkLst>
          <pc:docMk/>
          <pc:sldMk cId="0" sldId="264"/>
        </pc:sldMkLst>
        <pc:spChg chg="mod">
          <ac:chgData name="David Coronado" userId="58e676e7eb816da9" providerId="LiveId" clId="{7F77D59E-842D-437D-AA28-71301E20DF3F}" dt="2026-05-06T00:22:16.248" v="85" actId="1076"/>
          <ac:spMkLst>
            <pc:docMk/>
            <pc:sldMk cId="0" sldId="264"/>
            <ac:spMk id="12" creationId="{00000000-0000-0000-0000-000000000000}"/>
          </ac:spMkLst>
        </pc:spChg>
        <pc:spChg chg="mod">
          <ac:chgData name="David Coronado" userId="58e676e7eb816da9" providerId="LiveId" clId="{7F77D59E-842D-437D-AA28-71301E20DF3F}" dt="2026-05-06T00:22:19.912" v="86" actId="14100"/>
          <ac:spMkLst>
            <pc:docMk/>
            <pc:sldMk cId="0" sldId="264"/>
            <ac:spMk id="13" creationId="{00000000-0000-0000-0000-000000000000}"/>
          </ac:spMkLst>
        </pc:spChg>
      </pc:sldChg>
      <pc:sldChg chg="modSp mod">
        <pc:chgData name="David Coronado" userId="58e676e7eb816da9" providerId="LiveId" clId="{7F77D59E-842D-437D-AA28-71301E20DF3F}" dt="2026-05-06T00:22:34.852" v="91" actId="20577"/>
        <pc:sldMkLst>
          <pc:docMk/>
          <pc:sldMk cId="0" sldId="265"/>
        </pc:sldMkLst>
        <pc:spChg chg="mod">
          <ac:chgData name="David Coronado" userId="58e676e7eb816da9" providerId="LiveId" clId="{7F77D59E-842D-437D-AA28-71301E20DF3F}" dt="2026-05-06T00:22:24.976" v="87" actId="1076"/>
          <ac:spMkLst>
            <pc:docMk/>
            <pc:sldMk cId="0" sldId="265"/>
            <ac:spMk id="12" creationId="{00000000-0000-0000-0000-000000000000}"/>
          </ac:spMkLst>
        </pc:spChg>
        <pc:spChg chg="mod">
          <ac:chgData name="David Coronado" userId="58e676e7eb816da9" providerId="LiveId" clId="{7F77D59E-842D-437D-AA28-71301E20DF3F}" dt="2026-05-06T00:22:34.852" v="91" actId="20577"/>
          <ac:spMkLst>
            <pc:docMk/>
            <pc:sldMk cId="0" sldId="265"/>
            <ac:spMk id="13" creationId="{00000000-0000-0000-0000-000000000000}"/>
          </ac:spMkLst>
        </pc:spChg>
      </pc:sldChg>
      <pc:sldChg chg="modSp mod">
        <pc:chgData name="David Coronado" userId="58e676e7eb816da9" providerId="LiveId" clId="{7F77D59E-842D-437D-AA28-71301E20DF3F}" dt="2026-05-06T00:22:47.761" v="94" actId="20577"/>
        <pc:sldMkLst>
          <pc:docMk/>
          <pc:sldMk cId="0" sldId="266"/>
        </pc:sldMkLst>
        <pc:spChg chg="mod">
          <ac:chgData name="David Coronado" userId="58e676e7eb816da9" providerId="LiveId" clId="{7F77D59E-842D-437D-AA28-71301E20DF3F}" dt="2026-05-06T00:22:41.688" v="92" actId="1076"/>
          <ac:spMkLst>
            <pc:docMk/>
            <pc:sldMk cId="0" sldId="266"/>
            <ac:spMk id="12" creationId="{00000000-0000-0000-0000-000000000000}"/>
          </ac:spMkLst>
        </pc:spChg>
        <pc:spChg chg="mod">
          <ac:chgData name="David Coronado" userId="58e676e7eb816da9" providerId="LiveId" clId="{7F77D59E-842D-437D-AA28-71301E20DF3F}" dt="2026-05-06T00:22:47.761" v="94" actId="20577"/>
          <ac:spMkLst>
            <pc:docMk/>
            <pc:sldMk cId="0" sldId="266"/>
            <ac:spMk id="13" creationId="{00000000-0000-0000-0000-000000000000}"/>
          </ac:spMkLst>
        </pc:spChg>
      </pc:sldChg>
      <pc:sldChg chg="modSp mod">
        <pc:chgData name="David Coronado" userId="58e676e7eb816da9" providerId="LiveId" clId="{7F77D59E-842D-437D-AA28-71301E20DF3F}" dt="2026-05-06T00:18:40.907" v="60" actId="20577"/>
        <pc:sldMkLst>
          <pc:docMk/>
          <pc:sldMk cId="0" sldId="267"/>
        </pc:sldMkLst>
        <pc:spChg chg="mod">
          <ac:chgData name="David Coronado" userId="58e676e7eb816da9" providerId="LiveId" clId="{7F77D59E-842D-437D-AA28-71301E20DF3F}" dt="2026-05-06T00:18:40.907" v="60" actId="20577"/>
          <ac:spMkLst>
            <pc:docMk/>
            <pc:sldMk cId="0" sldId="267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28399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</a:rPr>
              <a:t>Plan de Pruebas de Software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21945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E2E8F0"/>
                </a:solidFill>
              </a:rPr>
              <a:t>PremiumBus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</a:rPr>
              <a:t>Metodologia Pressman (Cap. 17-20)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1148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2C55E"/>
                </a:solidFill>
              </a:rPr>
              <a:t>10 pruebas ejecutadas  |  10 aprobadas  |  100% cobertura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53035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</a:rPr>
              <a:t>Mayo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828800" cy="411480"/>
          </a:xfrm>
          <a:prstGeom prst="rect">
            <a:avLst/>
          </a:prstGeom>
          <a:solidFill>
            <a:srgbClr val="1A3A6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CP-AUTH-01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2377440" y="1828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Autenticacion | Caja Negra | Cap.17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01200" y="182880"/>
            <a:ext cx="2103120" cy="411480"/>
          </a:xfrm>
          <a:prstGeom prst="rect">
            <a:avLst/>
          </a:prstGeom>
          <a:solidFill>
            <a:srgbClr val="22C55E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APROBADA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B5EA7"/>
                </a:solidFill>
              </a:rPr>
              <a:t>Login Exitoso y Retencion de Token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4630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Descripcion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828800"/>
            <a:ext cx="5120640" cy="164592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Se verifica que el sistema permite iniciar sesion con credenciales validas y que el token de autenticacion se mantiene persistente tras cerrar y reabrir la aplicacion, evitando que el usuario tenga que re-autenticarse.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365760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Procedimiento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4023360"/>
            <a:ext cx="5120640" cy="18288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1. Ingresar credenciales correctas (email + password)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2. Verificar acceso exitoso al Home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3. Cerrar la app desde el administrador de tareas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4. Reabrir la aplicacion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594360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Resultado Esperado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6263640"/>
            <a:ext cx="5120640" cy="4572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C55E"/>
                </a:solidFill>
              </a:rPr>
              <a:t>La sesion se reanuda sin pedir credenciales. Token persistente en localStorage.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852160" y="772160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4A3B8"/>
                </a:solidFill>
              </a:rPr>
              <a:t>CAPTURA DE PANTALLA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852160" y="1092200"/>
            <a:ext cx="5852160" cy="5628640"/>
          </a:xfrm>
          <a:prstGeom prst="rect">
            <a:avLst/>
          </a:prstGeom>
          <a:solidFill>
            <a:srgbClr val="141E3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6A6D2BB3-02C4-1F5A-5FA9-C8CFB6A98C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7880" y="1180832"/>
            <a:ext cx="2772954" cy="4762768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08D2BB91-B152-1B59-091D-6F19B99A95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70834" y="1180832"/>
            <a:ext cx="2885480" cy="476276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828800" cy="411480"/>
          </a:xfrm>
          <a:prstGeom prst="rect">
            <a:avLst/>
          </a:prstGeom>
          <a:solidFill>
            <a:srgbClr val="1A3A6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CP-AUTH-02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2377440" y="1828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Seguridad | Caja Negra | Cap.18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01200" y="182880"/>
            <a:ext cx="2103120" cy="411480"/>
          </a:xfrm>
          <a:prstGeom prst="rect">
            <a:avLst/>
          </a:prstGeom>
          <a:solidFill>
            <a:srgbClr val="22C55E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APROBADA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B5EA7"/>
                </a:solidFill>
              </a:rPr>
              <a:t>Prevencion de Inyeccion XSS / SQL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4630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Descripcion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828800"/>
            <a:ext cx="5120640" cy="164592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Se intenta inyectar codigo malicioso en el campo de email del login para verificar que el sistema bloquea ataques XSS, SQL Injection y HTML Injection antes de realizar cualquier peticion de red.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365760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Procedimiento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4023360"/>
            <a:ext cx="5120640" cy="18288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1. Ingresar como email: &lt;script&gt;alert(1)&lt;/script&gt;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2. Ingresar: ' OR 1=1 --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3. Ingresar: &lt;img onerror=alert(1)&gt;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4. Pulsar boton login en cada caso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594360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Resultado Esperado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6263640"/>
            <a:ext cx="5120640" cy="4572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C55E"/>
                </a:solidFill>
              </a:rPr>
              <a:t>Bloqueo inmediato local. Mensaje: "Formato de email invalido" (Early Return).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852160" y="632823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4A3B8"/>
                </a:solidFill>
              </a:rPr>
              <a:t>CAPTURA DE PANTALLA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852160" y="991326"/>
            <a:ext cx="5852160" cy="5729514"/>
          </a:xfrm>
          <a:prstGeom prst="rect">
            <a:avLst/>
          </a:prstGeom>
          <a:solidFill>
            <a:srgbClr val="141E3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5C72E8EE-1109-C6EB-626E-0AD3322405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3761" y="1234440"/>
            <a:ext cx="2960412" cy="3406470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60D35DAA-4321-2982-6C0D-1D51CEC0A2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5612" y="1234440"/>
            <a:ext cx="2562273" cy="3829645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4A48E088-A979-B970-6C90-128CB493B0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53762" y="3429000"/>
            <a:ext cx="2960412" cy="324183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828800" cy="411480"/>
          </a:xfrm>
          <a:prstGeom prst="rect">
            <a:avLst/>
          </a:prstGeom>
          <a:solidFill>
            <a:srgbClr val="1A3A6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CP-COMPRA-01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2377440" y="1828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Compras | Valores Limite | Cap.18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01200" y="182880"/>
            <a:ext cx="2103120" cy="411480"/>
          </a:xfrm>
          <a:prstGeom prst="rect">
            <a:avLst/>
          </a:prstGeom>
          <a:solidFill>
            <a:srgbClr val="22C55E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APROBADA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2C55E"/>
                </a:solidFill>
              </a:rPr>
              <a:t>Compra con Saldo Exacto $13.50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4630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Descripcion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828800"/>
            <a:ext cx="5120640" cy="164592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Se prueba el caso limite donde el saldo del usuario es exactamente igual al precio del boleto ($13.50 MXN). Se verifica que la transaccion se aprueba y el saldo queda en $0.00 sin errores de punto flotante.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365760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Procedimiento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4023360"/>
            <a:ext cx="5120640" cy="18288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1. Configurar saldo del usuario = $13.50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2. Ir a seccion de tickets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3. Seleccionar ruta y asiento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4. Pulsar boton "Adquirir"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594360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Resultado Esperado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6263640"/>
            <a:ext cx="5120640" cy="4572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C55E"/>
                </a:solidFill>
              </a:rPr>
              <a:t>Transaccion aprobada. Codigo QR emitido. Saldo final: $0.00 exacto.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852160" y="685800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4A3B8"/>
                </a:solidFill>
              </a:rPr>
              <a:t>CAPTURA DE PANTALLA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852160" y="1005840"/>
            <a:ext cx="5852160" cy="5715000"/>
          </a:xfrm>
          <a:prstGeom prst="rect">
            <a:avLst/>
          </a:prstGeom>
          <a:solidFill>
            <a:srgbClr val="141E3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820320D7-0F83-F0A1-54CC-78188ABF79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1334" y="1045059"/>
            <a:ext cx="3591426" cy="563006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828800" cy="411480"/>
          </a:xfrm>
          <a:prstGeom prst="rect">
            <a:avLst/>
          </a:prstGeom>
          <a:solidFill>
            <a:srgbClr val="1A3A6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CP-COMPRA-02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2377440" y="1828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Compras | Valores Limite | Cap.18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01200" y="182880"/>
            <a:ext cx="2103120" cy="411480"/>
          </a:xfrm>
          <a:prstGeom prst="rect">
            <a:avLst/>
          </a:prstGeom>
          <a:solidFill>
            <a:srgbClr val="22C55E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APROBADA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F4444"/>
                </a:solidFill>
              </a:rPr>
              <a:t>Rechazo por Saldo Insuficiente $13.49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4630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Descripcion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828800"/>
            <a:ext cx="5120640" cy="164592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Se prueba el caso donde el saldo es $13.49 (1 centavo por debajo del precio). El sistema debe rechazar la compra inmediatamente mostrando un Toast de error, sin realizar deduccion alguna.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365760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Procedimiento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4023360"/>
            <a:ext cx="5120640" cy="18288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1. Configurar saldo del usuario = $13.49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2. Intentar comprar boleto de $13.50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3. Observar respuesta del sistema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594360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Resultado Esperado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6263640"/>
            <a:ext cx="5120640" cy="4572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C55E"/>
                </a:solidFill>
              </a:rPr>
              <a:t>Toast rojo: "Fondo insuficiente". Saldo preservado sin deduccion.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852160" y="777240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4A3B8"/>
                </a:solidFill>
              </a:rPr>
              <a:t>CAPTURA DE PANTALLA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852160" y="1097280"/>
            <a:ext cx="5852160" cy="5623560"/>
          </a:xfrm>
          <a:prstGeom prst="rect">
            <a:avLst/>
          </a:prstGeom>
          <a:solidFill>
            <a:srgbClr val="141E3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9D5B4336-9A53-6315-41CA-2401F39240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4325" y="1178881"/>
            <a:ext cx="3027830" cy="546035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828800" cy="411480"/>
          </a:xfrm>
          <a:prstGeom prst="rect">
            <a:avLst/>
          </a:prstGeom>
          <a:solidFill>
            <a:srgbClr val="1A3A6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CP-ROL-01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2377440" y="1828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Roles | Orientado a Objetos | Cap.19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01200" y="182880"/>
            <a:ext cx="2103120" cy="411480"/>
          </a:xfrm>
          <a:prstGeom prst="rect">
            <a:avLst/>
          </a:prstGeom>
          <a:solidFill>
            <a:srgbClr val="22C55E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APROBADA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B5EA7"/>
                </a:solidFill>
              </a:rPr>
              <a:t>Restriccion de Vistas para Administrador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4630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Descripcion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828800"/>
            <a:ext cx="5120640" cy="164592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Se verifica que al iniciar sesion como Administrador, el boton "Comprar Boletos" desaparece de la interfaz mediante renderizado condicional. Los administradores no deben poder comprar.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365760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Procedimiento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4023360"/>
            <a:ext cx="5120640" cy="18288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1. Iniciar sesion con cuenta tipo Admin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2. Inspeccionar pantalla de inicio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3. Verificar menu lateral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4. Buscar opcion "Comprar"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594360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Resultado Esperado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6263640"/>
            <a:ext cx="5120640" cy="4572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C55E"/>
                </a:solidFill>
              </a:rPr>
              <a:t>Boton "Comprar" OCULTO. Panel Conductores y Estadisticas VISIBLES.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0" y="685800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4A3B8"/>
                </a:solidFill>
              </a:rPr>
              <a:t>CAPTURA DE PANTALLA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852160" y="1005840"/>
            <a:ext cx="5852160" cy="5715000"/>
          </a:xfrm>
          <a:prstGeom prst="rect">
            <a:avLst/>
          </a:prstGeom>
          <a:solidFill>
            <a:srgbClr val="141E3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55BFA46B-152A-3A7F-9792-E385A5147B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4967" y="1005840"/>
            <a:ext cx="3229426" cy="571579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828800" cy="411480"/>
          </a:xfrm>
          <a:prstGeom prst="rect">
            <a:avLst/>
          </a:prstGeom>
          <a:solidFill>
            <a:srgbClr val="1A3A6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CP-ROL-02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2377440" y="1828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Roles | Orientado a Objetos | Cap.19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01200" y="182880"/>
            <a:ext cx="2103120" cy="411480"/>
          </a:xfrm>
          <a:prstGeom prst="rect">
            <a:avLst/>
          </a:prstGeom>
          <a:solidFill>
            <a:srgbClr val="22C55E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APROBADA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B5EA7"/>
                </a:solidFill>
              </a:rPr>
              <a:t>Acceso al Directorio de Usuarios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4630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Descripcion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828800"/>
            <a:ext cx="5120640" cy="164592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Se verifica que un Administrador puede acceder al directorio completo de usuarios registrados. La consulta debe estar optimizada sin requerir indices compuestos en Firebase.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365760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Procedimiento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4023360"/>
            <a:ext cx="5120640" cy="18288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1. Iniciar sesion como Admin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2. Navegar a "Directorio de Usuarios"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3. Verificar que la lista se carga completa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4. Revisar consola por errores de indices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594360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Resultado Esperado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6263640"/>
            <a:ext cx="5120640" cy="4572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C55E"/>
                </a:solidFill>
              </a:rPr>
              <a:t>Lista completa desplegada. Sin errores de composite indices en Firebase.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852160" y="731520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4A3B8"/>
                </a:solidFill>
              </a:rPr>
              <a:t>CAPTURA DE PANTALLA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852160" y="1051560"/>
            <a:ext cx="5852160" cy="5669280"/>
          </a:xfrm>
          <a:prstGeom prst="rect">
            <a:avLst/>
          </a:prstGeom>
          <a:solidFill>
            <a:srgbClr val="141E3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96E4350A-0C6D-B9E2-DF8D-146714FAD6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4282" y="1051560"/>
            <a:ext cx="3248478" cy="566816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828800" cy="411480"/>
          </a:xfrm>
          <a:prstGeom prst="rect">
            <a:avLst/>
          </a:prstGeom>
          <a:solidFill>
            <a:srgbClr val="1A3A6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CP-PERF-01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2377440" y="1828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Rendimiento | Firebase Storage | Cap.17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01200" y="182880"/>
            <a:ext cx="2103120" cy="411480"/>
          </a:xfrm>
          <a:prstGeom prst="rect">
            <a:avLst/>
          </a:prstGeom>
          <a:solidFill>
            <a:srgbClr val="22C55E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APROBADA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B5EA7"/>
                </a:solidFill>
              </a:rPr>
              <a:t>Carga Masiva de Fotografia de Perfil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4630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Descripcion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828800"/>
            <a:ext cx="5120640" cy="164592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Se verifica la subida asincrona de una imagen JPG al perfil del usuario. Debe mostrar barra de progreso durante la carga y actualizar la miniatura del avatar en tiempo real al completar.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365760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Procedimiento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4023360"/>
            <a:ext cx="5120640" cy="18288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1. Clic en "Modificar Perfil"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2. Seleccionar imagen JPG valida (&lt; 2MB)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3. Observar barra de progreso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4. Verificar actualizacion de miniatura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594360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Resultado Esperado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6263640"/>
            <a:ext cx="5120640" cy="4572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C55E"/>
                </a:solidFill>
              </a:rPr>
              <a:t>Barra de progreso fluida. Avatar actualizado en tiempo real sin recargar.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852160" y="774337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4A3B8"/>
                </a:solidFill>
              </a:rPr>
              <a:t>CAPTURA DE PANTALLA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852160" y="1094377"/>
            <a:ext cx="5852160" cy="5626463"/>
          </a:xfrm>
          <a:prstGeom prst="rect">
            <a:avLst/>
          </a:prstGeom>
          <a:solidFill>
            <a:srgbClr val="141E3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262ADFBD-B6E9-1525-6189-F6798A3962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6914" y="1411514"/>
            <a:ext cx="2343979" cy="5074920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4D2CE2D6-5265-FBDD-9F59-F24EFF0E80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4640" y="1399374"/>
            <a:ext cx="2819794" cy="50870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828800" cy="411480"/>
          </a:xfrm>
          <a:prstGeom prst="rect">
            <a:avLst/>
          </a:prstGeom>
          <a:solidFill>
            <a:srgbClr val="1A3A6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CP-GEO-01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2377440" y="1828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Geolocalizacion | WebApp/Movil | Cap.20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01200" y="182880"/>
            <a:ext cx="2103120" cy="411480"/>
          </a:xfrm>
          <a:prstGeom prst="rect">
            <a:avLst/>
          </a:prstGeom>
          <a:solidFill>
            <a:srgbClr val="22C55E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APROBADA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B5EA7"/>
                </a:solidFill>
              </a:rPr>
              <a:t>Seguimiento GPS en Tiempo Real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4630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Descripcion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828800"/>
            <a:ext cx="5120640" cy="164592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Se verifica que el mapa muestra el marcador del autobus desplazandose fluidamente sin saltos exagerados. Las coordenadas y velocidad deben actualizarse en tiempo real mediante un poller optimizado.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365760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Procedimiento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4023360"/>
            <a:ext cx="5120640" cy="18288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1. Activar GPS y dar permisos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2. Abrir seccion de Mapa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3. Observar movimiento del marcador del bus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4. Verificar actualizacion de coordenadas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594360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Resultado Esperado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6263640"/>
            <a:ext cx="5120640" cy="4572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C55E"/>
                </a:solidFill>
              </a:rPr>
              <a:t>Marcador se desplaza fluidamente. Coordenadas actualizadas sin saltos.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852160" y="777240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4A3B8"/>
                </a:solidFill>
              </a:rPr>
              <a:t>CAPTURA DE PANTALLA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852160" y="1097280"/>
            <a:ext cx="5852160" cy="5623560"/>
          </a:xfrm>
          <a:prstGeom prst="rect">
            <a:avLst/>
          </a:prstGeom>
          <a:solidFill>
            <a:srgbClr val="141E3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828800" cy="411480"/>
          </a:xfrm>
          <a:prstGeom prst="rect">
            <a:avLst/>
          </a:prstGeom>
          <a:solidFill>
            <a:srgbClr val="1A3A6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CP-GEO-02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2377440" y="1828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Geolocalizacion | Resiliencia | Cap.20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01200" y="182880"/>
            <a:ext cx="2103120" cy="411480"/>
          </a:xfrm>
          <a:prstGeom prst="rect">
            <a:avLst/>
          </a:prstGeom>
          <a:solidFill>
            <a:srgbClr val="22C55E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APROBADA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F4444"/>
                </a:solidFill>
              </a:rPr>
              <a:t>Corte Abrupto de Servicios GPS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4630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Descripcion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828800"/>
            <a:ext cx="5120640" cy="164592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Se desactiva el GPS mientras el tracking esta activo. La app debe detectar la perdida de senal, congelar la actualizacion del mapa y notificar al usuario via Toast sin provocar un crash.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365760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Procedimiento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4023360"/>
            <a:ext cx="5120640" cy="18288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1. Tener el mapa funcionando normalmente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2. Ir a Ajustes del sistema y desactivar GPS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3. Regresar a la app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4. Observar comportamiento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594360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Resultado Esperado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6263640"/>
            <a:ext cx="5120640" cy="4572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C55E"/>
                </a:solidFill>
              </a:rPr>
              <a:t>Toast: "Se perdio senal GPS". Mapa congelado. Sin crash.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852160" y="685800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4A3B8"/>
                </a:solidFill>
              </a:rPr>
              <a:t>CAPTURA DE PANTALLA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852160" y="1005840"/>
            <a:ext cx="5852160" cy="5715000"/>
          </a:xfrm>
          <a:prstGeom prst="rect">
            <a:avLst/>
          </a:prstGeom>
          <a:solidFill>
            <a:srgbClr val="141E3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828800" cy="411480"/>
          </a:xfrm>
          <a:prstGeom prst="rect">
            <a:avLst/>
          </a:prstGeom>
          <a:solidFill>
            <a:srgbClr val="1A3A6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CP-UI-01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2377440" y="1828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UI/UX | WebApp | Cap.20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01200" y="182880"/>
            <a:ext cx="2103120" cy="411480"/>
          </a:xfrm>
          <a:prstGeom prst="rect">
            <a:avLst/>
          </a:prstGeom>
          <a:solidFill>
            <a:srgbClr val="22C55E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APROBADA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B5EA7"/>
                </a:solidFill>
              </a:rPr>
              <a:t>Validacion de Tokens de Diseno Atomico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4630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Descripcion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828800"/>
            <a:ext cx="5120640" cy="164592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Se verifica que toda la aplicacion cumple con los tokens de diseno definidos: colores, tipografia (Inter), border-radius y componentes aislados. Los Toast no deben superar el 85% del ancho de pantalla.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365760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Procedimiento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4023360"/>
            <a:ext cx="5120640" cy="18288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1. Inspeccionar variables CSS del sistema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2. Verificar uso de tokens en componentes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3. Medir ancho de Toast en pantalla pequena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4. Validar responsive max-width: 480px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594360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Resultado Esperado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6263640"/>
            <a:ext cx="5120640" cy="4572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C55E"/>
                </a:solidFill>
              </a:rPr>
              <a:t>Todos los tokens aplicados. Toast &lt;= 85% ancho. Componentes aislados.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852160" y="620486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4A3B8"/>
                </a:solidFill>
              </a:rPr>
              <a:t>CAPTURA DE PANTALLA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852160" y="940526"/>
            <a:ext cx="5852160" cy="5780314"/>
          </a:xfrm>
          <a:prstGeom prst="rect">
            <a:avLst/>
          </a:prstGeom>
          <a:solidFill>
            <a:srgbClr val="141E3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</a:rPr>
              <a:t>Conclusiones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1188720"/>
            <a:ext cx="10332720" cy="45720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</a:rPr>
              <a:t>- 10 de 10 pruebas aprobadas (100%)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</a:rPr>
              <a:t>- Cero incidentes de Severidad 1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</a:rPr>
              <a:t>- Cobertura completa: Auth, Compras, Roles, Perfil, GPS, UI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</a:rPr>
              <a:t>- Pruebas Criticas (AUTH, COMPRA, ROL): 100%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</a:rPr>
              <a:t>- Sin caidas, fugas de datos ni corrupcion de saldos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</a:rPr>
              <a:t>- Codigo cumple SOLID, Early Return y SoC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</a:rPr>
              <a:t>- Tokens de diseno atomico validados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</a:rPr>
              <a:t>El sistema PremiumBus cumple los criterios de aceptacion de Pressman.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62179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</a:rPr>
              <a:t>PremiumBus - Mayo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1118</Words>
  <Application>Microsoft Office PowerPoint</Application>
  <PresentationFormat>Panorámica</PresentationFormat>
  <Paragraphs>168</Paragraphs>
  <Slides>12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4" baseType="lpstr"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David Coronado</cp:lastModifiedBy>
  <cp:revision>1</cp:revision>
  <dcterms:created xsi:type="dcterms:W3CDTF">2026-05-06T00:12:12Z</dcterms:created>
  <dcterms:modified xsi:type="dcterms:W3CDTF">2026-05-06T00:36:01Z</dcterms:modified>
</cp:coreProperties>
</file>