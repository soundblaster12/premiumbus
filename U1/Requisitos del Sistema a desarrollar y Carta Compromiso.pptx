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ntonio Bold" charset="1" panose="02000803000000000000"/>
      <p:regular r:id="rId15"/>
    </p:embeddedFont>
    <p:embeddedFont>
      <p:font typeface="Questrial" charset="1" panose="02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CE8E5"/>
        </a:solidFill>
      </p:bgPr>
    </p:bg>
    <p:spTree>
      <p:nvGrpSpPr>
        <p:cNvPr id="1" name=""/>
        <p:cNvGrpSpPr/>
        <p:nvPr/>
      </p:nvGrpSpPr>
      <p:grpSpPr>
        <a:xfrm>
          <a:off x="0" y="0"/>
          <a:ext cx="0" cy="0"/>
          <a:chOff x="0" y="0"/>
          <a:chExt cx="0" cy="0"/>
        </a:xfrm>
      </p:grpSpPr>
      <p:grpSp>
        <p:nvGrpSpPr>
          <p:cNvPr name="Group 2" id="2"/>
          <p:cNvGrpSpPr/>
          <p:nvPr/>
        </p:nvGrpSpPr>
        <p:grpSpPr>
          <a:xfrm rot="0">
            <a:off x="14709852" y="770725"/>
            <a:ext cx="405159" cy="40515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00000"/>
              </a:solid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245924" y="770725"/>
            <a:ext cx="405159" cy="40515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000000"/>
              </a:solidFill>
              <a:prstDash val="solid"/>
              <a:miter/>
            </a:ln>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781997" y="770725"/>
            <a:ext cx="405159" cy="4051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00000"/>
              </a:solid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318069" y="770725"/>
            <a:ext cx="405159" cy="40515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00000"/>
              </a:solid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854141" y="770725"/>
            <a:ext cx="405159" cy="40515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000000"/>
              </a:solidFill>
              <a:prstDash val="solid"/>
              <a:miter/>
            </a:ln>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2687100" y="1519231"/>
            <a:ext cx="12022751" cy="4905388"/>
          </a:xfrm>
          <a:prstGeom prst="rect">
            <a:avLst/>
          </a:prstGeom>
        </p:spPr>
        <p:txBody>
          <a:bodyPr anchor="t" rtlCol="false" tIns="0" lIns="0" bIns="0" rIns="0">
            <a:spAutoFit/>
          </a:bodyPr>
          <a:lstStyle/>
          <a:p>
            <a:pPr algn="ctr">
              <a:lnSpc>
                <a:spcPts val="13124"/>
              </a:lnSpc>
            </a:pPr>
            <a:r>
              <a:rPr lang="en-US" b="true" sz="9374">
                <a:solidFill>
                  <a:srgbClr val="000000"/>
                </a:solidFill>
                <a:latin typeface="Antonio Bold"/>
                <a:ea typeface="Antonio Bold"/>
                <a:cs typeface="Antonio Bold"/>
                <a:sym typeface="Antonio Bold"/>
              </a:rPr>
              <a:t>REQUISITOS DEL SISTEMA: PREMIUM BUS</a:t>
            </a:r>
          </a:p>
          <a:p>
            <a:pPr algn="l">
              <a:lnSpc>
                <a:spcPts val="13124"/>
              </a:lnSpc>
            </a:pPr>
          </a:p>
        </p:txBody>
      </p:sp>
      <p:sp>
        <p:nvSpPr>
          <p:cNvPr name="TextBox 18" id="18"/>
          <p:cNvSpPr txBox="true"/>
          <p:nvPr/>
        </p:nvSpPr>
        <p:spPr>
          <a:xfrm rot="0">
            <a:off x="5454105" y="5534551"/>
            <a:ext cx="9255747" cy="3723749"/>
          </a:xfrm>
          <a:prstGeom prst="rect">
            <a:avLst/>
          </a:prstGeom>
        </p:spPr>
        <p:txBody>
          <a:bodyPr anchor="t" rtlCol="false" tIns="0" lIns="0" bIns="0" rIns="0">
            <a:spAutoFit/>
          </a:bodyPr>
          <a:lstStyle/>
          <a:p>
            <a:pPr algn="l">
              <a:lnSpc>
                <a:spcPts val="4229"/>
              </a:lnSpc>
            </a:pPr>
            <a:r>
              <a:rPr lang="en-US" sz="3020">
                <a:solidFill>
                  <a:srgbClr val="000000"/>
                </a:solidFill>
                <a:latin typeface="Questrial"/>
                <a:ea typeface="Questrial"/>
                <a:cs typeface="Questrial"/>
                <a:sym typeface="Questrial"/>
              </a:rPr>
              <a:t>Equipo desarollador:</a:t>
            </a:r>
          </a:p>
          <a:p>
            <a:pPr algn="l" marL="652172" indent="-326086" lvl="1">
              <a:lnSpc>
                <a:spcPts val="4229"/>
              </a:lnSpc>
              <a:buFont typeface="Arial"/>
              <a:buChar char="•"/>
            </a:pPr>
            <a:r>
              <a:rPr lang="en-US" sz="3020">
                <a:solidFill>
                  <a:srgbClr val="000000"/>
                </a:solidFill>
                <a:latin typeface="Questrial"/>
                <a:ea typeface="Questrial"/>
                <a:cs typeface="Questrial"/>
                <a:sym typeface="Questrial"/>
              </a:rPr>
              <a:t>Coronado Hernandez David</a:t>
            </a:r>
          </a:p>
          <a:p>
            <a:pPr algn="l" marL="652172" indent="-326086" lvl="1">
              <a:lnSpc>
                <a:spcPts val="4229"/>
              </a:lnSpc>
              <a:buFont typeface="Arial"/>
              <a:buChar char="•"/>
            </a:pPr>
            <a:r>
              <a:rPr lang="en-US" sz="3020">
                <a:solidFill>
                  <a:srgbClr val="000000"/>
                </a:solidFill>
                <a:latin typeface="Questrial"/>
                <a:ea typeface="Questrial"/>
                <a:cs typeface="Questrial"/>
                <a:sym typeface="Questrial"/>
              </a:rPr>
              <a:t>Gonzales Castillo Gael Essau</a:t>
            </a:r>
          </a:p>
          <a:p>
            <a:pPr algn="l" marL="652172" indent="-326086" lvl="1">
              <a:lnSpc>
                <a:spcPts val="4229"/>
              </a:lnSpc>
              <a:buFont typeface="Arial"/>
              <a:buChar char="•"/>
            </a:pPr>
            <a:r>
              <a:rPr lang="en-US" sz="3020">
                <a:solidFill>
                  <a:srgbClr val="000000"/>
                </a:solidFill>
                <a:latin typeface="Questrial"/>
                <a:ea typeface="Questrial"/>
                <a:cs typeface="Questrial"/>
                <a:sym typeface="Questrial"/>
              </a:rPr>
              <a:t>Moreno Flores Braulio Edgardo</a:t>
            </a:r>
          </a:p>
          <a:p>
            <a:pPr algn="l" marL="652172" indent="-326086" lvl="1">
              <a:lnSpc>
                <a:spcPts val="4229"/>
              </a:lnSpc>
              <a:buFont typeface="Arial"/>
              <a:buChar char="•"/>
            </a:pPr>
            <a:r>
              <a:rPr lang="en-US" sz="3020">
                <a:solidFill>
                  <a:srgbClr val="000000"/>
                </a:solidFill>
                <a:latin typeface="Questrial"/>
                <a:ea typeface="Questrial"/>
                <a:cs typeface="Questrial"/>
                <a:sym typeface="Questrial"/>
              </a:rPr>
              <a:t>Reyna Hernández Yaotl Isaias</a:t>
            </a:r>
          </a:p>
          <a:p>
            <a:pPr algn="l">
              <a:lnSpc>
                <a:spcPts val="4229"/>
              </a:lnSpc>
            </a:pPr>
          </a:p>
          <a:p>
            <a:pPr algn="l">
              <a:lnSpc>
                <a:spcPts val="422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82900" y="5384133"/>
            <a:ext cx="7488179" cy="4902867"/>
            <a:chOff x="0" y="0"/>
            <a:chExt cx="932068" cy="610269"/>
          </a:xfrm>
        </p:grpSpPr>
        <p:sp>
          <p:nvSpPr>
            <p:cNvPr name="Freeform 3" id="3"/>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2"/>
              <a:stretch>
                <a:fillRect l="0" t="-9128" r="0" b="-9128"/>
              </a:stretch>
            </a:blipFill>
          </p:spPr>
        </p:sp>
      </p:grpSp>
      <p:sp>
        <p:nvSpPr>
          <p:cNvPr name="TextBox 4" id="4"/>
          <p:cNvSpPr txBox="true"/>
          <p:nvPr/>
        </p:nvSpPr>
        <p:spPr>
          <a:xfrm rot="0">
            <a:off x="3588823" y="1261713"/>
            <a:ext cx="11110353" cy="4751070"/>
          </a:xfrm>
          <a:prstGeom prst="rect">
            <a:avLst/>
          </a:prstGeom>
        </p:spPr>
        <p:txBody>
          <a:bodyPr anchor="t" rtlCol="false" tIns="0" lIns="0" bIns="0" rIns="0">
            <a:spAutoFit/>
          </a:bodyPr>
          <a:lstStyle/>
          <a:p>
            <a:pPr algn="just">
              <a:lnSpc>
                <a:spcPts val="3779"/>
              </a:lnSpc>
            </a:pPr>
            <a:r>
              <a:rPr lang="en-US" sz="2699">
                <a:solidFill>
                  <a:srgbClr val="000000"/>
                </a:solidFill>
                <a:latin typeface="Questrial"/>
                <a:ea typeface="Questrial"/>
                <a:cs typeface="Questrial"/>
                <a:sym typeface="Questrial"/>
              </a:rPr>
              <a:t>El proyecto Premium Bus surge como una propuesta tecnológica para optimizar la gestión y monitoreo de un sistema de transporte mediante el uso de herramientas digitales modernas. Actualmente, la problemática identificada radica en la falta de un sistema que permita el seguimiento en tiempo real de las unidades, el almacenamiento de datos históricos y la supervisión eficiente por parte de la administración, además de no contar con una base de datos estructurada que centralice la información.</a:t>
            </a:r>
          </a:p>
          <a:p>
            <a:pPr algn="just">
              <a:lnSpc>
                <a:spcPts val="3779"/>
              </a:lnSpc>
              <a:spcBef>
                <a:spcPct val="0"/>
              </a:spcBef>
            </a:pPr>
          </a:p>
          <a:p>
            <a:pPr algn="just">
              <a:lnSpc>
                <a:spcPts val="3779"/>
              </a:lnSpc>
              <a:spcBef>
                <a:spcPct val="0"/>
              </a:spcBef>
            </a:pPr>
          </a:p>
        </p:txBody>
      </p:sp>
      <p:sp>
        <p:nvSpPr>
          <p:cNvPr name="TextBox 5" id="5"/>
          <p:cNvSpPr txBox="true"/>
          <p:nvPr/>
        </p:nvSpPr>
        <p:spPr>
          <a:xfrm rot="0">
            <a:off x="6663297" y="-9525"/>
            <a:ext cx="8281428" cy="1038225"/>
          </a:xfrm>
          <a:prstGeom prst="rect">
            <a:avLst/>
          </a:prstGeom>
        </p:spPr>
        <p:txBody>
          <a:bodyPr anchor="t" rtlCol="false" tIns="0" lIns="0" bIns="0" rIns="0">
            <a:spAutoFit/>
          </a:bodyPr>
          <a:lstStyle/>
          <a:p>
            <a:pPr algn="l" marL="0" indent="0" lvl="0">
              <a:lnSpc>
                <a:spcPts val="8400"/>
              </a:lnSpc>
              <a:spcBef>
                <a:spcPct val="0"/>
              </a:spcBef>
            </a:pPr>
            <a:r>
              <a:rPr lang="en-US" b="true" sz="6000" u="none">
                <a:solidFill>
                  <a:srgbClr val="000000"/>
                </a:solidFill>
                <a:latin typeface="Antonio Bold"/>
                <a:ea typeface="Antonio Bold"/>
                <a:cs typeface="Antonio Bold"/>
                <a:sym typeface="Antonio Bold"/>
              </a:rPr>
              <a:t>INTRODUCCIÓN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85909" y="9184414"/>
            <a:ext cx="4688374" cy="1437270"/>
          </a:xfrm>
          <a:custGeom>
            <a:avLst/>
            <a:gdLst/>
            <a:ahLst/>
            <a:cxnLst/>
            <a:rect r="r" b="b" t="t" l="l"/>
            <a:pathLst>
              <a:path h="1437270" w="4688374">
                <a:moveTo>
                  <a:pt x="0" y="0"/>
                </a:moveTo>
                <a:lnTo>
                  <a:pt x="4688374" y="0"/>
                </a:lnTo>
                <a:lnTo>
                  <a:pt x="4688374" y="1437270"/>
                </a:lnTo>
                <a:lnTo>
                  <a:pt x="0" y="143727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97534" y="9184414"/>
            <a:ext cx="4688374" cy="1437270"/>
          </a:xfrm>
          <a:custGeom>
            <a:avLst/>
            <a:gdLst/>
            <a:ahLst/>
            <a:cxnLst/>
            <a:rect r="r" b="b" t="t" l="l"/>
            <a:pathLst>
              <a:path h="1437270" w="4688374">
                <a:moveTo>
                  <a:pt x="0" y="0"/>
                </a:moveTo>
                <a:lnTo>
                  <a:pt x="4688375" y="0"/>
                </a:lnTo>
                <a:lnTo>
                  <a:pt x="4688375" y="1437270"/>
                </a:lnTo>
                <a:lnTo>
                  <a:pt x="0" y="143727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509160" y="9184414"/>
            <a:ext cx="4688374" cy="1437270"/>
          </a:xfrm>
          <a:custGeom>
            <a:avLst/>
            <a:gdLst/>
            <a:ahLst/>
            <a:cxnLst/>
            <a:rect r="r" b="b" t="t" l="l"/>
            <a:pathLst>
              <a:path h="1437270" w="4688374">
                <a:moveTo>
                  <a:pt x="0" y="0"/>
                </a:moveTo>
                <a:lnTo>
                  <a:pt x="4688374" y="0"/>
                </a:lnTo>
                <a:lnTo>
                  <a:pt x="4688374" y="1437270"/>
                </a:lnTo>
                <a:lnTo>
                  <a:pt x="0" y="143727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79215" y="9184414"/>
            <a:ext cx="4688374" cy="1437270"/>
          </a:xfrm>
          <a:custGeom>
            <a:avLst/>
            <a:gdLst/>
            <a:ahLst/>
            <a:cxnLst/>
            <a:rect r="r" b="b" t="t" l="l"/>
            <a:pathLst>
              <a:path h="1437270" w="4688374">
                <a:moveTo>
                  <a:pt x="0" y="0"/>
                </a:moveTo>
                <a:lnTo>
                  <a:pt x="4688375" y="0"/>
                </a:lnTo>
                <a:lnTo>
                  <a:pt x="4688375" y="1437270"/>
                </a:lnTo>
                <a:lnTo>
                  <a:pt x="0" y="143727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1211214" y="626137"/>
            <a:ext cx="5717579" cy="4517363"/>
            <a:chOff x="0" y="0"/>
            <a:chExt cx="1136738" cy="898118"/>
          </a:xfrm>
        </p:grpSpPr>
        <p:sp>
          <p:nvSpPr>
            <p:cNvPr name="Freeform 7" id="7"/>
            <p:cNvSpPr/>
            <p:nvPr/>
          </p:nvSpPr>
          <p:spPr>
            <a:xfrm flipH="false" flipV="false" rot="0">
              <a:off x="0" y="0"/>
              <a:ext cx="1136738" cy="898118"/>
            </a:xfrm>
            <a:custGeom>
              <a:avLst/>
              <a:gdLst/>
              <a:ahLst/>
              <a:cxnLst/>
              <a:rect r="r" b="b" t="t" l="l"/>
              <a:pathLst>
                <a:path h="898118" w="1136738">
                  <a:moveTo>
                    <a:pt x="0" y="0"/>
                  </a:moveTo>
                  <a:lnTo>
                    <a:pt x="1136738" y="0"/>
                  </a:lnTo>
                  <a:lnTo>
                    <a:pt x="1136738" y="898118"/>
                  </a:lnTo>
                  <a:lnTo>
                    <a:pt x="0" y="898118"/>
                  </a:lnTo>
                  <a:close/>
                </a:path>
              </a:pathLst>
            </a:custGeom>
            <a:blipFill>
              <a:blip r:embed="rId4"/>
              <a:stretch>
                <a:fillRect l="0" t="-13284" r="0" b="-13284"/>
              </a:stretch>
            </a:blipFill>
          </p:spPr>
        </p:sp>
      </p:grpSp>
      <p:sp>
        <p:nvSpPr>
          <p:cNvPr name="Freeform 8" id="8"/>
          <p:cNvSpPr/>
          <p:nvPr/>
        </p:nvSpPr>
        <p:spPr>
          <a:xfrm flipH="false" flipV="false" rot="0">
            <a:off x="10867666" y="5615521"/>
            <a:ext cx="6404673" cy="3842804"/>
          </a:xfrm>
          <a:custGeom>
            <a:avLst/>
            <a:gdLst/>
            <a:ahLst/>
            <a:cxnLst/>
            <a:rect r="r" b="b" t="t" l="l"/>
            <a:pathLst>
              <a:path h="3842804" w="6404673">
                <a:moveTo>
                  <a:pt x="0" y="0"/>
                </a:moveTo>
                <a:lnTo>
                  <a:pt x="6404674" y="0"/>
                </a:lnTo>
                <a:lnTo>
                  <a:pt x="6404674" y="3842804"/>
                </a:lnTo>
                <a:lnTo>
                  <a:pt x="0" y="3842804"/>
                </a:lnTo>
                <a:lnTo>
                  <a:pt x="0" y="0"/>
                </a:lnTo>
                <a:close/>
              </a:path>
            </a:pathLst>
          </a:custGeom>
          <a:blipFill>
            <a:blip r:embed="rId5"/>
            <a:stretch>
              <a:fillRect l="0" t="0" r="0" b="0"/>
            </a:stretch>
          </a:blipFill>
        </p:spPr>
      </p:sp>
      <p:sp>
        <p:nvSpPr>
          <p:cNvPr name="TextBox 9" id="9"/>
          <p:cNvSpPr txBox="true"/>
          <p:nvPr/>
        </p:nvSpPr>
        <p:spPr>
          <a:xfrm rot="0">
            <a:off x="506167" y="1276350"/>
            <a:ext cx="8691368" cy="9538971"/>
          </a:xfrm>
          <a:prstGeom prst="rect">
            <a:avLst/>
          </a:prstGeom>
        </p:spPr>
        <p:txBody>
          <a:bodyPr anchor="t" rtlCol="false" tIns="0" lIns="0" bIns="0" rIns="0">
            <a:spAutoFit/>
          </a:bodyPr>
          <a:lstStyle/>
          <a:p>
            <a:pPr algn="just" marL="0" indent="0" lvl="0">
              <a:lnSpc>
                <a:spcPts val="4479"/>
              </a:lnSpc>
              <a:spcBef>
                <a:spcPct val="0"/>
              </a:spcBef>
            </a:pPr>
            <a:r>
              <a:rPr lang="en-US" sz="3199">
                <a:solidFill>
                  <a:srgbClr val="000000"/>
                </a:solidFill>
                <a:latin typeface="Questrial"/>
                <a:ea typeface="Questrial"/>
                <a:cs typeface="Questrial"/>
                <a:sym typeface="Questrial"/>
              </a:rPr>
              <a:t>RF-01.</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l</a:t>
            </a:r>
            <a:r>
              <a:rPr lang="en-US" sz="3199" strike="noStrike" u="none">
                <a:solidFill>
                  <a:srgbClr val="000000"/>
                </a:solidFill>
                <a:latin typeface="Questrial"/>
                <a:ea typeface="Questrial"/>
                <a:cs typeface="Questrial"/>
                <a:sym typeface="Questrial"/>
              </a:rPr>
              <a:t> s</a:t>
            </a:r>
            <a:r>
              <a:rPr lang="en-US" sz="3199" strike="noStrike" u="none">
                <a:solidFill>
                  <a:srgbClr val="000000"/>
                </a:solidFill>
                <a:latin typeface="Questrial"/>
                <a:ea typeface="Questrial"/>
                <a:cs typeface="Questrial"/>
                <a:sym typeface="Questrial"/>
              </a:rPr>
              <a:t>is</a:t>
            </a:r>
            <a:r>
              <a:rPr lang="en-US" sz="3199" strike="noStrike" u="none">
                <a:solidFill>
                  <a:srgbClr val="000000"/>
                </a:solidFill>
                <a:latin typeface="Questrial"/>
                <a:ea typeface="Questrial"/>
                <a:cs typeface="Questrial"/>
                <a:sym typeface="Questrial"/>
              </a:rPr>
              <a:t>tema</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debe mostr</a:t>
            </a:r>
            <a:r>
              <a:rPr lang="en-US" sz="3199" strike="noStrike" u="none">
                <a:solidFill>
                  <a:srgbClr val="000000"/>
                </a:solidFill>
                <a:latin typeface="Questrial"/>
                <a:ea typeface="Questrial"/>
                <a:cs typeface="Questrial"/>
                <a:sym typeface="Questrial"/>
              </a:rPr>
              <a:t>ar</a:t>
            </a:r>
            <a:r>
              <a:rPr lang="en-US" sz="3199" strike="noStrike" u="none">
                <a:solidFill>
                  <a:srgbClr val="000000"/>
                </a:solidFill>
                <a:latin typeface="Questrial"/>
                <a:ea typeface="Questrial"/>
                <a:cs typeface="Questrial"/>
                <a:sym typeface="Questrial"/>
              </a:rPr>
              <a:t> la </a:t>
            </a:r>
            <a:r>
              <a:rPr lang="en-US" sz="3199" strike="noStrike" u="none">
                <a:solidFill>
                  <a:srgbClr val="000000"/>
                </a:solidFill>
                <a:latin typeface="Questrial"/>
                <a:ea typeface="Questrial"/>
                <a:cs typeface="Questrial"/>
                <a:sym typeface="Questrial"/>
              </a:rPr>
              <a:t>u</a:t>
            </a:r>
            <a:r>
              <a:rPr lang="en-US" sz="3199" strike="noStrike" u="none">
                <a:solidFill>
                  <a:srgbClr val="000000"/>
                </a:solidFill>
                <a:latin typeface="Questrial"/>
                <a:ea typeface="Questrial"/>
                <a:cs typeface="Questrial"/>
                <a:sym typeface="Questrial"/>
              </a:rPr>
              <a:t>bicación</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n</a:t>
            </a:r>
            <a:r>
              <a:rPr lang="en-US" sz="3199" strike="noStrike" u="none">
                <a:solidFill>
                  <a:srgbClr val="000000"/>
                </a:solidFill>
                <a:latin typeface="Questrial"/>
                <a:ea typeface="Questrial"/>
                <a:cs typeface="Questrial"/>
                <a:sym typeface="Questrial"/>
              </a:rPr>
              <a:t> ti</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mpo</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r</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l </a:t>
            </a:r>
            <a:r>
              <a:rPr lang="en-US" sz="3199" strike="noStrike" u="none">
                <a:solidFill>
                  <a:srgbClr val="000000"/>
                </a:solidFill>
                <a:latin typeface="Questrial"/>
                <a:ea typeface="Questrial"/>
                <a:cs typeface="Questrial"/>
                <a:sym typeface="Questrial"/>
              </a:rPr>
              <a:t>d</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 las </a:t>
            </a:r>
            <a:r>
              <a:rPr lang="en-US" sz="3199" strike="noStrike" u="none">
                <a:solidFill>
                  <a:srgbClr val="000000"/>
                </a:solidFill>
                <a:latin typeface="Questrial"/>
                <a:ea typeface="Questrial"/>
                <a:cs typeface="Questrial"/>
                <a:sym typeface="Questrial"/>
              </a:rPr>
              <a:t>u</a:t>
            </a:r>
            <a:r>
              <a:rPr lang="en-US" sz="3199" strike="noStrike" u="none">
                <a:solidFill>
                  <a:srgbClr val="000000"/>
                </a:solidFill>
                <a:latin typeface="Questrial"/>
                <a:ea typeface="Questrial"/>
                <a:cs typeface="Questrial"/>
                <a:sym typeface="Questrial"/>
              </a:rPr>
              <a:t>n</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dade</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m</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d</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nt</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 GPS.</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RF-02</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El s</a:t>
            </a:r>
            <a:r>
              <a:rPr lang="en-US" sz="3199" strike="noStrike" u="none">
                <a:solidFill>
                  <a:srgbClr val="000000"/>
                </a:solidFill>
                <a:latin typeface="Questrial"/>
                <a:ea typeface="Questrial"/>
                <a:cs typeface="Questrial"/>
                <a:sym typeface="Questrial"/>
              </a:rPr>
              <a:t>is</a:t>
            </a:r>
            <a:r>
              <a:rPr lang="en-US" sz="3199" strike="noStrike" u="none">
                <a:solidFill>
                  <a:srgbClr val="000000"/>
                </a:solidFill>
                <a:latin typeface="Questrial"/>
                <a:ea typeface="Questrial"/>
                <a:cs typeface="Questrial"/>
                <a:sym typeface="Questrial"/>
              </a:rPr>
              <a:t>t</a:t>
            </a:r>
            <a:r>
              <a:rPr lang="en-US" sz="3199" strike="noStrike" u="none">
                <a:solidFill>
                  <a:srgbClr val="000000"/>
                </a:solidFill>
                <a:latin typeface="Questrial"/>
                <a:ea typeface="Questrial"/>
                <a:cs typeface="Questrial"/>
                <a:sym typeface="Questrial"/>
              </a:rPr>
              <a:t>ema</a:t>
            </a:r>
            <a:r>
              <a:rPr lang="en-US" sz="3199" strike="noStrike" u="none">
                <a:solidFill>
                  <a:srgbClr val="000000"/>
                </a:solidFill>
                <a:latin typeface="Questrial"/>
                <a:ea typeface="Questrial"/>
                <a:cs typeface="Questrial"/>
                <a:sym typeface="Questrial"/>
              </a:rPr>
              <a:t> debe ac</a:t>
            </a:r>
            <a:r>
              <a:rPr lang="en-US" sz="3199" strike="noStrike" u="none">
                <a:solidFill>
                  <a:srgbClr val="000000"/>
                </a:solidFill>
                <a:latin typeface="Questrial"/>
                <a:ea typeface="Questrial"/>
                <a:cs typeface="Questrial"/>
                <a:sym typeface="Questrial"/>
              </a:rPr>
              <a:t>t</a:t>
            </a:r>
            <a:r>
              <a:rPr lang="en-US" sz="3199" strike="noStrike" u="none">
                <a:solidFill>
                  <a:srgbClr val="000000"/>
                </a:solidFill>
                <a:latin typeface="Questrial"/>
                <a:ea typeface="Questrial"/>
                <a:cs typeface="Questrial"/>
                <a:sym typeface="Questrial"/>
              </a:rPr>
              <a:t>ual</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zar la po</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ición</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d</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l</a:t>
            </a:r>
            <a:r>
              <a:rPr lang="en-US" sz="3199" strike="noStrike" u="none">
                <a:solidFill>
                  <a:srgbClr val="000000"/>
                </a:solidFill>
                <a:latin typeface="Questrial"/>
                <a:ea typeface="Questrial"/>
                <a:cs typeface="Questrial"/>
                <a:sym typeface="Questrial"/>
              </a:rPr>
              <a:t>as</a:t>
            </a:r>
            <a:r>
              <a:rPr lang="en-US" sz="3199" strike="noStrike" u="none">
                <a:solidFill>
                  <a:srgbClr val="000000"/>
                </a:solidFill>
                <a:latin typeface="Questrial"/>
                <a:ea typeface="Questrial"/>
                <a:cs typeface="Questrial"/>
                <a:sym typeface="Questrial"/>
              </a:rPr>
              <a:t> u</a:t>
            </a:r>
            <a:r>
              <a:rPr lang="en-US" sz="3199" strike="noStrike" u="none">
                <a:solidFill>
                  <a:srgbClr val="000000"/>
                </a:solidFill>
                <a:latin typeface="Questrial"/>
                <a:ea typeface="Questrial"/>
                <a:cs typeface="Questrial"/>
                <a:sym typeface="Questrial"/>
              </a:rPr>
              <a:t>n</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dade</a:t>
            </a:r>
            <a:r>
              <a:rPr lang="en-US" sz="3199" strike="noStrike" u="none">
                <a:solidFill>
                  <a:srgbClr val="000000"/>
                </a:solidFill>
                <a:latin typeface="Questrial"/>
                <a:ea typeface="Questrial"/>
                <a:cs typeface="Questrial"/>
                <a:sym typeface="Questrial"/>
              </a:rPr>
              <a:t>s e</a:t>
            </a:r>
            <a:r>
              <a:rPr lang="en-US" sz="3199" strike="noStrike" u="none">
                <a:solidFill>
                  <a:srgbClr val="000000"/>
                </a:solidFill>
                <a:latin typeface="Questrial"/>
                <a:ea typeface="Questrial"/>
                <a:cs typeface="Questrial"/>
                <a:sym typeface="Questrial"/>
              </a:rPr>
              <a:t>n </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ntervalo</a:t>
            </a:r>
            <a:r>
              <a:rPr lang="en-US" sz="3199" strike="noStrike" u="none">
                <a:solidFill>
                  <a:srgbClr val="000000"/>
                </a:solidFill>
                <a:latin typeface="Questrial"/>
                <a:ea typeface="Questrial"/>
                <a:cs typeface="Questrial"/>
                <a:sym typeface="Questrial"/>
              </a:rPr>
              <a:t>s con</a:t>
            </a:r>
            <a:r>
              <a:rPr lang="en-US" sz="3199" strike="noStrike" u="none">
                <a:solidFill>
                  <a:srgbClr val="000000"/>
                </a:solidFill>
                <a:latin typeface="Questrial"/>
                <a:ea typeface="Questrial"/>
                <a:cs typeface="Questrial"/>
                <a:sym typeface="Questrial"/>
              </a:rPr>
              <a:t>fig</a:t>
            </a:r>
            <a:r>
              <a:rPr lang="en-US" sz="3199" strike="noStrike" u="none">
                <a:solidFill>
                  <a:srgbClr val="000000"/>
                </a:solidFill>
                <a:latin typeface="Questrial"/>
                <a:ea typeface="Questrial"/>
                <a:cs typeface="Questrial"/>
                <a:sym typeface="Questrial"/>
              </a:rPr>
              <a:t>u</a:t>
            </a:r>
            <a:r>
              <a:rPr lang="en-US" sz="3199" strike="noStrike" u="none">
                <a:solidFill>
                  <a:srgbClr val="000000"/>
                </a:solidFill>
                <a:latin typeface="Questrial"/>
                <a:ea typeface="Questrial"/>
                <a:cs typeface="Questrial"/>
                <a:sym typeface="Questrial"/>
              </a:rPr>
              <a:t>r</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bl</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s.</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RF-03. E</a:t>
            </a:r>
            <a:r>
              <a:rPr lang="en-US" sz="3199" strike="noStrike" u="none">
                <a:solidFill>
                  <a:srgbClr val="000000"/>
                </a:solidFill>
                <a:latin typeface="Questrial"/>
                <a:ea typeface="Questrial"/>
                <a:cs typeface="Questrial"/>
                <a:sym typeface="Questrial"/>
              </a:rPr>
              <a:t>l </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t</a:t>
            </a:r>
            <a:r>
              <a:rPr lang="en-US" sz="3199" strike="noStrike" u="none">
                <a:solidFill>
                  <a:srgbClr val="000000"/>
                </a:solidFill>
                <a:latin typeface="Questrial"/>
                <a:ea typeface="Questrial"/>
                <a:cs typeface="Questrial"/>
                <a:sym typeface="Questrial"/>
              </a:rPr>
              <a:t>ema</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de</a:t>
            </a:r>
            <a:r>
              <a:rPr lang="en-US" sz="3199" strike="noStrike" u="none">
                <a:solidFill>
                  <a:srgbClr val="000000"/>
                </a:solidFill>
                <a:latin typeface="Questrial"/>
                <a:ea typeface="Questrial"/>
                <a:cs typeface="Questrial"/>
                <a:sym typeface="Questrial"/>
              </a:rPr>
              <a:t>b</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p</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rmit</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r </a:t>
            </a:r>
            <a:r>
              <a:rPr lang="en-US" sz="3199" strike="noStrike" u="none">
                <a:solidFill>
                  <a:srgbClr val="000000"/>
                </a:solidFill>
                <a:latin typeface="Questrial"/>
                <a:ea typeface="Questrial"/>
                <a:cs typeface="Questrial"/>
                <a:sym typeface="Questrial"/>
              </a:rPr>
              <a:t>u</a:t>
            </a:r>
            <a:r>
              <a:rPr lang="en-US" sz="3199" strike="noStrike" u="none">
                <a:solidFill>
                  <a:srgbClr val="000000"/>
                </a:solidFill>
                <a:latin typeface="Questrial"/>
                <a:ea typeface="Questrial"/>
                <a:cs typeface="Questrial"/>
                <a:sym typeface="Questrial"/>
              </a:rPr>
              <a:t>n</a:t>
            </a:r>
            <a:r>
              <a:rPr lang="en-US" sz="3199" strike="noStrike" u="none">
                <a:solidFill>
                  <a:srgbClr val="000000"/>
                </a:solidFill>
                <a:latin typeface="Questrial"/>
                <a:ea typeface="Questrial"/>
                <a:cs typeface="Questrial"/>
                <a:sym typeface="Questrial"/>
              </a:rPr>
              <a:t>a </a:t>
            </a:r>
            <a:r>
              <a:rPr lang="en-US" sz="3199" strike="noStrike" u="none">
                <a:solidFill>
                  <a:srgbClr val="000000"/>
                </a:solidFill>
                <a:latin typeface="Questrial"/>
                <a:ea typeface="Questrial"/>
                <a:cs typeface="Questrial"/>
                <a:sym typeface="Questrial"/>
              </a:rPr>
              <a:t>t</a:t>
            </a:r>
            <a:r>
              <a:rPr lang="en-US" sz="3199" strike="noStrike" u="none">
                <a:solidFill>
                  <a:srgbClr val="000000"/>
                </a:solidFill>
                <a:latin typeface="Questrial"/>
                <a:ea typeface="Questrial"/>
                <a:cs typeface="Questrial"/>
                <a:sym typeface="Questrial"/>
              </a:rPr>
              <a:t>o</a:t>
            </a:r>
            <a:r>
              <a:rPr lang="en-US" sz="3199" strike="noStrike" u="none">
                <a:solidFill>
                  <a:srgbClr val="000000"/>
                </a:solidFill>
                <a:latin typeface="Questrial"/>
                <a:ea typeface="Questrial"/>
                <a:cs typeface="Questrial"/>
                <a:sym typeface="Questrial"/>
              </a:rPr>
              <a:t>lera</a:t>
            </a:r>
            <a:r>
              <a:rPr lang="en-US" sz="3199" strike="noStrike" u="none">
                <a:solidFill>
                  <a:srgbClr val="000000"/>
                </a:solidFill>
                <a:latin typeface="Questrial"/>
                <a:ea typeface="Questrial"/>
                <a:cs typeface="Questrial"/>
                <a:sym typeface="Questrial"/>
              </a:rPr>
              <a:t>nc</a:t>
            </a:r>
            <a:r>
              <a:rPr lang="en-US" sz="3199" strike="noStrike" u="none">
                <a:solidFill>
                  <a:srgbClr val="000000"/>
                </a:solidFill>
                <a:latin typeface="Questrial"/>
                <a:ea typeface="Questrial"/>
                <a:cs typeface="Questrial"/>
                <a:sym typeface="Questrial"/>
              </a:rPr>
              <a:t>ia</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d</a:t>
            </a:r>
            <a:r>
              <a:rPr lang="en-US" sz="3199" strike="noStrike" u="none">
                <a:solidFill>
                  <a:srgbClr val="000000"/>
                </a:solidFill>
                <a:latin typeface="Questrial"/>
                <a:ea typeface="Questrial"/>
                <a:cs typeface="Questrial"/>
                <a:sym typeface="Questrial"/>
              </a:rPr>
              <a:t>e </a:t>
            </a:r>
            <a:r>
              <a:rPr lang="en-US" sz="3199" strike="noStrike" u="none">
                <a:solidFill>
                  <a:srgbClr val="000000"/>
                </a:solidFill>
                <a:latin typeface="Questrial"/>
                <a:ea typeface="Questrial"/>
                <a:cs typeface="Questrial"/>
                <a:sym typeface="Questrial"/>
              </a:rPr>
              <a:t>h</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sta 10 min</a:t>
            </a:r>
            <a:r>
              <a:rPr lang="en-US" sz="3199" strike="noStrike" u="none">
                <a:solidFill>
                  <a:srgbClr val="000000"/>
                </a:solidFill>
                <a:latin typeface="Questrial"/>
                <a:ea typeface="Questrial"/>
                <a:cs typeface="Questrial"/>
                <a:sym typeface="Questrial"/>
              </a:rPr>
              <a:t>u</a:t>
            </a:r>
            <a:r>
              <a:rPr lang="en-US" sz="3199" strike="noStrike" u="none">
                <a:solidFill>
                  <a:srgbClr val="000000"/>
                </a:solidFill>
                <a:latin typeface="Questrial"/>
                <a:ea typeface="Questrial"/>
                <a:cs typeface="Questrial"/>
                <a:sym typeface="Questrial"/>
              </a:rPr>
              <a:t>tos </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n</a:t>
            </a:r>
            <a:r>
              <a:rPr lang="en-US" sz="3199" strike="noStrike" u="none">
                <a:solidFill>
                  <a:srgbClr val="000000"/>
                </a:solidFill>
                <a:latin typeface="Questrial"/>
                <a:ea typeface="Questrial"/>
                <a:cs typeface="Questrial"/>
                <a:sym typeface="Questrial"/>
              </a:rPr>
              <a:t> la </a:t>
            </a:r>
            <a:r>
              <a:rPr lang="en-US" sz="3199" strike="noStrike" u="none">
                <a:solidFill>
                  <a:srgbClr val="000000"/>
                </a:solidFill>
                <a:latin typeface="Questrial"/>
                <a:ea typeface="Questrial"/>
                <a:cs typeface="Questrial"/>
                <a:sym typeface="Questrial"/>
              </a:rPr>
              <a:t>act</a:t>
            </a:r>
            <a:r>
              <a:rPr lang="en-US" sz="3199" strike="noStrike" u="none">
                <a:solidFill>
                  <a:srgbClr val="000000"/>
                </a:solidFill>
                <a:latin typeface="Questrial"/>
                <a:ea typeface="Questrial"/>
                <a:cs typeface="Questrial"/>
                <a:sym typeface="Questrial"/>
              </a:rPr>
              <a:t>u</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li</a:t>
            </a:r>
            <a:r>
              <a:rPr lang="en-US" sz="3199" strike="noStrike" u="none">
                <a:solidFill>
                  <a:srgbClr val="000000"/>
                </a:solidFill>
                <a:latin typeface="Questrial"/>
                <a:ea typeface="Questrial"/>
                <a:cs typeface="Questrial"/>
                <a:sym typeface="Questrial"/>
              </a:rPr>
              <a:t>za</a:t>
            </a:r>
            <a:r>
              <a:rPr lang="en-US" sz="3199" strike="noStrike" u="none">
                <a:solidFill>
                  <a:srgbClr val="000000"/>
                </a:solidFill>
                <a:latin typeface="Questrial"/>
                <a:ea typeface="Questrial"/>
                <a:cs typeface="Questrial"/>
                <a:sym typeface="Questrial"/>
              </a:rPr>
              <a:t>ci</a:t>
            </a:r>
            <a:r>
              <a:rPr lang="en-US" sz="3199" strike="noStrike" u="none">
                <a:solidFill>
                  <a:srgbClr val="000000"/>
                </a:solidFill>
                <a:latin typeface="Questrial"/>
                <a:ea typeface="Questrial"/>
                <a:cs typeface="Questrial"/>
                <a:sym typeface="Questrial"/>
              </a:rPr>
              <a:t>ón d</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 dato</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RF-04.</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l</a:t>
            </a:r>
            <a:r>
              <a:rPr lang="en-US" sz="3199" strike="noStrike" u="none">
                <a:solidFill>
                  <a:srgbClr val="000000"/>
                </a:solidFill>
                <a:latin typeface="Questrial"/>
                <a:ea typeface="Questrial"/>
                <a:cs typeface="Questrial"/>
                <a:sym typeface="Questrial"/>
              </a:rPr>
              <a:t> sistem</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 debe fun</a:t>
            </a:r>
            <a:r>
              <a:rPr lang="en-US" sz="3199" strike="noStrike" u="none">
                <a:solidFill>
                  <a:srgbClr val="000000"/>
                </a:solidFill>
                <a:latin typeface="Questrial"/>
                <a:ea typeface="Questrial"/>
                <a:cs typeface="Questrial"/>
                <a:sym typeface="Questrial"/>
              </a:rPr>
              <a:t>c</a:t>
            </a:r>
            <a:r>
              <a:rPr lang="en-US" sz="3199" strike="noStrike" u="none">
                <a:solidFill>
                  <a:srgbClr val="000000"/>
                </a:solidFill>
                <a:latin typeface="Questrial"/>
                <a:ea typeface="Questrial"/>
                <a:cs typeface="Questrial"/>
                <a:sym typeface="Questrial"/>
              </a:rPr>
              <a:t>ion</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r</a:t>
            </a:r>
            <a:r>
              <a:rPr lang="en-US" sz="3199" strike="noStrike" u="none">
                <a:solidFill>
                  <a:srgbClr val="000000"/>
                </a:solidFill>
                <a:latin typeface="Questrial"/>
                <a:ea typeface="Questrial"/>
                <a:cs typeface="Questrial"/>
                <a:sym typeface="Questrial"/>
              </a:rPr>
              <a:t> e</a:t>
            </a:r>
            <a:r>
              <a:rPr lang="en-US" sz="3199" strike="noStrike" u="none">
                <a:solidFill>
                  <a:srgbClr val="000000"/>
                </a:solidFill>
                <a:latin typeface="Questrial"/>
                <a:ea typeface="Questrial"/>
                <a:cs typeface="Questrial"/>
                <a:sym typeface="Questrial"/>
              </a:rPr>
              <a:t>n modo off</a:t>
            </a:r>
            <a:r>
              <a:rPr lang="en-US" sz="3199" strike="noStrike" u="none">
                <a:solidFill>
                  <a:srgbClr val="000000"/>
                </a:solidFill>
                <a:latin typeface="Questrial"/>
                <a:ea typeface="Questrial"/>
                <a:cs typeface="Questrial"/>
                <a:sym typeface="Questrial"/>
              </a:rPr>
              <a:t>l</a:t>
            </a:r>
            <a:r>
              <a:rPr lang="en-US" sz="3199" strike="noStrike" u="none">
                <a:solidFill>
                  <a:srgbClr val="000000"/>
                </a:solidFill>
                <a:latin typeface="Questrial"/>
                <a:ea typeface="Questrial"/>
                <a:cs typeface="Questrial"/>
                <a:sym typeface="Questrial"/>
              </a:rPr>
              <a:t>ine</a:t>
            </a:r>
            <a:r>
              <a:rPr lang="en-US" sz="3199" strike="noStrike" u="none">
                <a:solidFill>
                  <a:srgbClr val="000000"/>
                </a:solidFill>
                <a:latin typeface="Questrial"/>
                <a:ea typeface="Questrial"/>
                <a:cs typeface="Questrial"/>
                <a:sym typeface="Questrial"/>
              </a:rPr>
              <a:t>, m</a:t>
            </a:r>
            <a:r>
              <a:rPr lang="en-US" sz="3199" strike="noStrike" u="none">
                <a:solidFill>
                  <a:srgbClr val="000000"/>
                </a:solidFill>
                <a:latin typeface="Questrial"/>
                <a:ea typeface="Questrial"/>
                <a:cs typeface="Questrial"/>
                <a:sym typeface="Questrial"/>
              </a:rPr>
              <a:t>o</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tra</a:t>
            </a:r>
            <a:r>
              <a:rPr lang="en-US" sz="3199" strike="noStrike" u="none">
                <a:solidFill>
                  <a:srgbClr val="000000"/>
                </a:solidFill>
                <a:latin typeface="Questrial"/>
                <a:ea typeface="Questrial"/>
                <a:cs typeface="Questrial"/>
                <a:sym typeface="Questrial"/>
              </a:rPr>
              <a:t>n</a:t>
            </a:r>
            <a:r>
              <a:rPr lang="en-US" sz="3199" strike="noStrike" u="none">
                <a:solidFill>
                  <a:srgbClr val="000000"/>
                </a:solidFill>
                <a:latin typeface="Questrial"/>
                <a:ea typeface="Questrial"/>
                <a:cs typeface="Questrial"/>
                <a:sym typeface="Questrial"/>
              </a:rPr>
              <a:t>d</a:t>
            </a:r>
            <a:r>
              <a:rPr lang="en-US" sz="3199" strike="noStrike" u="none">
                <a:solidFill>
                  <a:srgbClr val="000000"/>
                </a:solidFill>
                <a:latin typeface="Questrial"/>
                <a:ea typeface="Questrial"/>
                <a:cs typeface="Questrial"/>
                <a:sym typeface="Questrial"/>
              </a:rPr>
              <a:t>o </a:t>
            </a:r>
            <a:r>
              <a:rPr lang="en-US" sz="3199" strike="noStrike" u="none">
                <a:solidFill>
                  <a:srgbClr val="000000"/>
                </a:solidFill>
                <a:latin typeface="Questrial"/>
                <a:ea typeface="Questrial"/>
                <a:cs typeface="Questrial"/>
                <a:sym typeface="Questrial"/>
              </a:rPr>
              <a:t>la</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úl</a:t>
            </a:r>
            <a:r>
              <a:rPr lang="en-US" sz="3199" strike="noStrike" u="none">
                <a:solidFill>
                  <a:srgbClr val="000000"/>
                </a:solidFill>
                <a:latin typeface="Questrial"/>
                <a:ea typeface="Questrial"/>
                <a:cs typeface="Questrial"/>
                <a:sym typeface="Questrial"/>
              </a:rPr>
              <a:t>ti</a:t>
            </a:r>
            <a:r>
              <a:rPr lang="en-US" sz="3199" strike="noStrike" u="none">
                <a:solidFill>
                  <a:srgbClr val="000000"/>
                </a:solidFill>
                <a:latin typeface="Questrial"/>
                <a:ea typeface="Questrial"/>
                <a:cs typeface="Questrial"/>
                <a:sym typeface="Questrial"/>
              </a:rPr>
              <a:t>m</a:t>
            </a:r>
            <a:r>
              <a:rPr lang="en-US" sz="3199" strike="noStrike" u="none">
                <a:solidFill>
                  <a:srgbClr val="000000"/>
                </a:solidFill>
                <a:latin typeface="Questrial"/>
                <a:ea typeface="Questrial"/>
                <a:cs typeface="Questrial"/>
                <a:sym typeface="Questrial"/>
              </a:rPr>
              <a:t>a</a:t>
            </a:r>
            <a:r>
              <a:rPr lang="en-US" sz="3199" strike="noStrike" u="none">
                <a:solidFill>
                  <a:srgbClr val="000000"/>
                </a:solidFill>
                <a:latin typeface="Questrial"/>
                <a:ea typeface="Questrial"/>
                <a:cs typeface="Questrial"/>
                <a:sym typeface="Questrial"/>
              </a:rPr>
              <a:t> infor</a:t>
            </a:r>
            <a:r>
              <a:rPr lang="en-US" sz="3199" strike="noStrike" u="none">
                <a:solidFill>
                  <a:srgbClr val="000000"/>
                </a:solidFill>
                <a:latin typeface="Questrial"/>
                <a:ea typeface="Questrial"/>
                <a:cs typeface="Questrial"/>
                <a:sym typeface="Questrial"/>
              </a:rPr>
              <a:t>m</a:t>
            </a:r>
            <a:r>
              <a:rPr lang="en-US" sz="3199" strike="noStrike" u="none">
                <a:solidFill>
                  <a:srgbClr val="000000"/>
                </a:solidFill>
                <a:latin typeface="Questrial"/>
                <a:ea typeface="Questrial"/>
                <a:cs typeface="Questrial"/>
                <a:sym typeface="Questrial"/>
              </a:rPr>
              <a:t>ación</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re</a:t>
            </a:r>
            <a:r>
              <a:rPr lang="en-US" sz="3199" strike="noStrike" u="none">
                <a:solidFill>
                  <a:srgbClr val="000000"/>
                </a:solidFill>
                <a:latin typeface="Questrial"/>
                <a:ea typeface="Questrial"/>
                <a:cs typeface="Questrial"/>
                <a:sym typeface="Questrial"/>
              </a:rPr>
              <a:t>g</a:t>
            </a:r>
            <a:r>
              <a:rPr lang="en-US" sz="3199" strike="noStrike" u="none">
                <a:solidFill>
                  <a:srgbClr val="000000"/>
                </a:solidFill>
                <a:latin typeface="Questrial"/>
                <a:ea typeface="Questrial"/>
                <a:cs typeface="Questrial"/>
                <a:sym typeface="Questrial"/>
              </a:rPr>
              <a:t>ist</a:t>
            </a:r>
            <a:r>
              <a:rPr lang="en-US" sz="3199" strike="noStrike" u="none">
                <a:solidFill>
                  <a:srgbClr val="000000"/>
                </a:solidFill>
                <a:latin typeface="Questrial"/>
                <a:ea typeface="Questrial"/>
                <a:cs typeface="Questrial"/>
                <a:sym typeface="Questrial"/>
              </a:rPr>
              <a:t>rada</a:t>
            </a:r>
            <a:r>
              <a:rPr lang="en-US" sz="3199" strike="noStrike" u="none">
                <a:solidFill>
                  <a:srgbClr val="000000"/>
                </a:solidFill>
                <a:latin typeface="Questrial"/>
                <a:ea typeface="Questrial"/>
                <a:cs typeface="Questrial"/>
                <a:sym typeface="Questrial"/>
              </a:rPr>
              <a:t>.</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RF-05.</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El sis</a:t>
            </a:r>
            <a:r>
              <a:rPr lang="en-US" sz="3199" strike="noStrike" u="none">
                <a:solidFill>
                  <a:srgbClr val="000000"/>
                </a:solidFill>
                <a:latin typeface="Questrial"/>
                <a:ea typeface="Questrial"/>
                <a:cs typeface="Questrial"/>
                <a:sym typeface="Questrial"/>
              </a:rPr>
              <a:t>te</a:t>
            </a:r>
            <a:r>
              <a:rPr lang="en-US" sz="3199" strike="noStrike" u="none">
                <a:solidFill>
                  <a:srgbClr val="000000"/>
                </a:solidFill>
                <a:latin typeface="Questrial"/>
                <a:ea typeface="Questrial"/>
                <a:cs typeface="Questrial"/>
                <a:sym typeface="Questrial"/>
              </a:rPr>
              <a:t>ma</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deb</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 a</a:t>
            </a:r>
            <a:r>
              <a:rPr lang="en-US" sz="3199" strike="noStrike" u="none">
                <a:solidFill>
                  <a:srgbClr val="000000"/>
                </a:solidFill>
                <a:latin typeface="Questrial"/>
                <a:ea typeface="Questrial"/>
                <a:cs typeface="Questrial"/>
                <a:sym typeface="Questrial"/>
              </a:rPr>
              <a:t>l</a:t>
            </a:r>
            <a:r>
              <a:rPr lang="en-US" sz="3199" strike="noStrike" u="none">
                <a:solidFill>
                  <a:srgbClr val="000000"/>
                </a:solidFill>
                <a:latin typeface="Questrial"/>
                <a:ea typeface="Questrial"/>
                <a:cs typeface="Questrial"/>
                <a:sym typeface="Questrial"/>
              </a:rPr>
              <a:t>macenar</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y consult</a:t>
            </a:r>
            <a:r>
              <a:rPr lang="en-US" sz="3199" strike="noStrike" u="none">
                <a:solidFill>
                  <a:srgbClr val="000000"/>
                </a:solidFill>
                <a:latin typeface="Questrial"/>
                <a:ea typeface="Questrial"/>
                <a:cs typeface="Questrial"/>
                <a:sym typeface="Questrial"/>
              </a:rPr>
              <a:t>ar</a:t>
            </a:r>
            <a:r>
              <a:rPr lang="en-US" sz="3199" strike="noStrike" u="none">
                <a:solidFill>
                  <a:srgbClr val="000000"/>
                </a:solidFill>
                <a:latin typeface="Questrial"/>
                <a:ea typeface="Questrial"/>
                <a:cs typeface="Questrial"/>
                <a:sym typeface="Questrial"/>
              </a:rPr>
              <a:t> ru</a:t>
            </a:r>
            <a:r>
              <a:rPr lang="en-US" sz="3199" strike="noStrike" u="none">
                <a:solidFill>
                  <a:srgbClr val="000000"/>
                </a:solidFill>
                <a:latin typeface="Questrial"/>
                <a:ea typeface="Questrial"/>
                <a:cs typeface="Questrial"/>
                <a:sym typeface="Questrial"/>
              </a:rPr>
              <a:t>ta</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 </a:t>
            </a:r>
            <a:r>
              <a:rPr lang="en-US" sz="3199" strike="noStrike" u="none">
                <a:solidFill>
                  <a:srgbClr val="000000"/>
                </a:solidFill>
                <a:latin typeface="Questrial"/>
                <a:ea typeface="Questrial"/>
                <a:cs typeface="Questrial"/>
                <a:sym typeface="Questrial"/>
              </a:rPr>
              <a:t>pre</a:t>
            </a:r>
            <a:r>
              <a:rPr lang="en-US" sz="3199" strike="noStrike" u="none">
                <a:solidFill>
                  <a:srgbClr val="000000"/>
                </a:solidFill>
                <a:latin typeface="Questrial"/>
                <a:ea typeface="Questrial"/>
                <a:cs typeface="Questrial"/>
                <a:sym typeface="Questrial"/>
              </a:rPr>
              <a:t>v</a:t>
            </a:r>
            <a:r>
              <a:rPr lang="en-US" sz="3199" strike="noStrike" u="none">
                <a:solidFill>
                  <a:srgbClr val="000000"/>
                </a:solidFill>
                <a:latin typeface="Questrial"/>
                <a:ea typeface="Questrial"/>
                <a:cs typeface="Questrial"/>
                <a:sym typeface="Questrial"/>
              </a:rPr>
              <a:t>iam</a:t>
            </a:r>
            <a:r>
              <a:rPr lang="en-US" sz="3199" strike="noStrike" u="none">
                <a:solidFill>
                  <a:srgbClr val="000000"/>
                </a:solidFill>
                <a:latin typeface="Questrial"/>
                <a:ea typeface="Questrial"/>
                <a:cs typeface="Questrial"/>
                <a:sym typeface="Questrial"/>
              </a:rPr>
              <a:t>en</a:t>
            </a:r>
            <a:r>
              <a:rPr lang="en-US" sz="3199" strike="noStrike" u="none">
                <a:solidFill>
                  <a:srgbClr val="000000"/>
                </a:solidFill>
                <a:latin typeface="Questrial"/>
                <a:ea typeface="Questrial"/>
                <a:cs typeface="Questrial"/>
                <a:sym typeface="Questrial"/>
              </a:rPr>
              <a:t>te </a:t>
            </a:r>
            <a:r>
              <a:rPr lang="en-US" sz="3199" strike="noStrike" u="none">
                <a:solidFill>
                  <a:srgbClr val="000000"/>
                </a:solidFill>
                <a:latin typeface="Questrial"/>
                <a:ea typeface="Questrial"/>
                <a:cs typeface="Questrial"/>
                <a:sym typeface="Questrial"/>
              </a:rPr>
              <a:t>e</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t</a:t>
            </a:r>
            <a:r>
              <a:rPr lang="en-US" sz="3199" strike="noStrike" u="none">
                <a:solidFill>
                  <a:srgbClr val="000000"/>
                </a:solidFill>
                <a:latin typeface="Questrial"/>
                <a:ea typeface="Questrial"/>
                <a:cs typeface="Questrial"/>
                <a:sym typeface="Questrial"/>
              </a:rPr>
              <a:t>ablec</a:t>
            </a:r>
            <a:r>
              <a:rPr lang="en-US" sz="3199" strike="noStrike" u="none">
                <a:solidFill>
                  <a:srgbClr val="000000"/>
                </a:solidFill>
                <a:latin typeface="Questrial"/>
                <a:ea typeface="Questrial"/>
                <a:cs typeface="Questrial"/>
                <a:sym typeface="Questrial"/>
              </a:rPr>
              <a:t>i</a:t>
            </a:r>
            <a:r>
              <a:rPr lang="en-US" sz="3199" strike="noStrike" u="none">
                <a:solidFill>
                  <a:srgbClr val="000000"/>
                </a:solidFill>
                <a:latin typeface="Questrial"/>
                <a:ea typeface="Questrial"/>
                <a:cs typeface="Questrial"/>
                <a:sym typeface="Questrial"/>
              </a:rPr>
              <a:t>da</a:t>
            </a:r>
            <a:r>
              <a:rPr lang="en-US" sz="3199" strike="noStrike" u="none">
                <a:solidFill>
                  <a:srgbClr val="000000"/>
                </a:solidFill>
                <a:latin typeface="Questrial"/>
                <a:ea typeface="Questrial"/>
                <a:cs typeface="Questrial"/>
                <a:sym typeface="Questrial"/>
              </a:rPr>
              <a:t>s</a:t>
            </a:r>
            <a:r>
              <a:rPr lang="en-US" sz="3199" strike="noStrike" u="none">
                <a:solidFill>
                  <a:srgbClr val="000000"/>
                </a:solidFill>
                <a:latin typeface="Questrial"/>
                <a:ea typeface="Questrial"/>
                <a:cs typeface="Questrial"/>
                <a:sym typeface="Questrial"/>
              </a:rPr>
              <a:t>.</a:t>
            </a:r>
          </a:p>
          <a:p>
            <a:pPr algn="just" marL="0" indent="0" lvl="0">
              <a:lnSpc>
                <a:spcPts val="4479"/>
              </a:lnSpc>
              <a:spcBef>
                <a:spcPct val="0"/>
              </a:spcBef>
            </a:pPr>
          </a:p>
        </p:txBody>
      </p:sp>
      <p:sp>
        <p:nvSpPr>
          <p:cNvPr name="TextBox 10" id="10"/>
          <p:cNvSpPr txBox="true"/>
          <p:nvPr/>
        </p:nvSpPr>
        <p:spPr>
          <a:xfrm rot="0">
            <a:off x="1514475" y="230066"/>
            <a:ext cx="7162150" cy="798634"/>
          </a:xfrm>
          <a:prstGeom prst="rect">
            <a:avLst/>
          </a:prstGeom>
        </p:spPr>
        <p:txBody>
          <a:bodyPr anchor="t" rtlCol="false" tIns="0" lIns="0" bIns="0" rIns="0">
            <a:spAutoFit/>
          </a:bodyPr>
          <a:lstStyle/>
          <a:p>
            <a:pPr algn="l" marL="0" indent="0" lvl="0">
              <a:lnSpc>
                <a:spcPts val="6461"/>
              </a:lnSpc>
              <a:spcBef>
                <a:spcPct val="0"/>
              </a:spcBef>
            </a:pPr>
            <a:r>
              <a:rPr lang="en-US" b="true" sz="4615">
                <a:solidFill>
                  <a:srgbClr val="000000"/>
                </a:solidFill>
                <a:latin typeface="Antonio Bold"/>
                <a:ea typeface="Antonio Bold"/>
                <a:cs typeface="Antonio Bold"/>
                <a:sym typeface="Antonio Bold"/>
              </a:rPr>
              <a:t>1) R</a:t>
            </a:r>
            <a:r>
              <a:rPr lang="en-US" b="true" sz="4615" u="none">
                <a:solidFill>
                  <a:srgbClr val="000000"/>
                </a:solidFill>
                <a:latin typeface="Antonio Bold"/>
                <a:ea typeface="Antonio Bold"/>
                <a:cs typeface="Antonio Bold"/>
                <a:sym typeface="Antonio Bold"/>
              </a:rPr>
              <a:t>EQUISITOS FUNCIONALES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17426" y="0"/>
            <a:ext cx="7488179" cy="4902867"/>
            <a:chOff x="0" y="0"/>
            <a:chExt cx="932068" cy="610269"/>
          </a:xfrm>
        </p:grpSpPr>
        <p:sp>
          <p:nvSpPr>
            <p:cNvPr name="Freeform 3" id="3"/>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2"/>
              <a:stretch>
                <a:fillRect l="-8927" t="0" r="-8927" b="0"/>
              </a:stretch>
            </a:blipFill>
          </p:spPr>
        </p:sp>
      </p:grpSp>
      <p:grpSp>
        <p:nvGrpSpPr>
          <p:cNvPr name="Group 4" id="4"/>
          <p:cNvGrpSpPr/>
          <p:nvPr/>
        </p:nvGrpSpPr>
        <p:grpSpPr>
          <a:xfrm rot="0">
            <a:off x="10317426" y="5384133"/>
            <a:ext cx="7488179" cy="4902867"/>
            <a:chOff x="0" y="0"/>
            <a:chExt cx="932068" cy="610269"/>
          </a:xfrm>
        </p:grpSpPr>
        <p:sp>
          <p:nvSpPr>
            <p:cNvPr name="Freeform 5" id="5"/>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3"/>
              <a:stretch>
                <a:fillRect l="-8264" t="0" r="-8264" b="0"/>
              </a:stretch>
            </a:blipFill>
          </p:spPr>
        </p:sp>
      </p:grpSp>
      <p:sp>
        <p:nvSpPr>
          <p:cNvPr name="TextBox 6" id="6"/>
          <p:cNvSpPr txBox="true"/>
          <p:nvPr/>
        </p:nvSpPr>
        <p:spPr>
          <a:xfrm rot="0">
            <a:off x="1744115" y="230066"/>
            <a:ext cx="7162150" cy="798634"/>
          </a:xfrm>
          <a:prstGeom prst="rect">
            <a:avLst/>
          </a:prstGeom>
        </p:spPr>
        <p:txBody>
          <a:bodyPr anchor="t" rtlCol="false" tIns="0" lIns="0" bIns="0" rIns="0">
            <a:spAutoFit/>
          </a:bodyPr>
          <a:lstStyle/>
          <a:p>
            <a:pPr algn="l" marL="0" indent="0" lvl="0">
              <a:lnSpc>
                <a:spcPts val="6461"/>
              </a:lnSpc>
              <a:spcBef>
                <a:spcPct val="0"/>
              </a:spcBef>
            </a:pPr>
            <a:r>
              <a:rPr lang="en-US" b="true" sz="4615">
                <a:solidFill>
                  <a:srgbClr val="000000"/>
                </a:solidFill>
                <a:latin typeface="Antonio Bold"/>
                <a:ea typeface="Antonio Bold"/>
                <a:cs typeface="Antonio Bold"/>
                <a:sym typeface="Antonio Bold"/>
              </a:rPr>
              <a:t>1) R</a:t>
            </a:r>
            <a:r>
              <a:rPr lang="en-US" b="true" sz="4615" u="none">
                <a:solidFill>
                  <a:srgbClr val="000000"/>
                </a:solidFill>
                <a:latin typeface="Antonio Bold"/>
                <a:ea typeface="Antonio Bold"/>
                <a:cs typeface="Antonio Bold"/>
                <a:sym typeface="Antonio Bold"/>
              </a:rPr>
              <a:t>EQUISITOS FUNCIONALES</a:t>
            </a:r>
          </a:p>
        </p:txBody>
      </p:sp>
      <p:sp>
        <p:nvSpPr>
          <p:cNvPr name="TextBox 7" id="7"/>
          <p:cNvSpPr txBox="true"/>
          <p:nvPr/>
        </p:nvSpPr>
        <p:spPr>
          <a:xfrm rot="0">
            <a:off x="681232" y="962025"/>
            <a:ext cx="8691368" cy="10100946"/>
          </a:xfrm>
          <a:prstGeom prst="rect">
            <a:avLst/>
          </a:prstGeom>
        </p:spPr>
        <p:txBody>
          <a:bodyPr anchor="t" rtlCol="false" tIns="0" lIns="0" bIns="0" rIns="0">
            <a:spAutoFit/>
          </a:bodyPr>
          <a:lstStyle/>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RF-06. El sistema debe administrar horarios definidos para cada ruta y unidad.</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RF-07. El sistema debe generar predicciones de tiempo de llegada usando datos históricos y sensores.</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RF-08. El sistema debe permitir el monitoreo en tiempo real por parte de las administraciones.</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RF-09. El sistema debe gestionar una base de datos del cliente para almacenar información.</a:t>
            </a:r>
          </a:p>
          <a:p>
            <a:pPr algn="just" marL="0" indent="0" lvl="0">
              <a:lnSpc>
                <a:spcPts val="4479"/>
              </a:lnSpc>
              <a:spcBef>
                <a:spcPct val="0"/>
              </a:spcBef>
            </a:pPr>
          </a:p>
          <a:p>
            <a:pPr algn="just" marL="0" indent="0" lvl="0">
              <a:lnSpc>
                <a:spcPts val="4479"/>
              </a:lnSpc>
              <a:spcBef>
                <a:spcPct val="0"/>
              </a:spcBef>
            </a:pPr>
            <a:r>
              <a:rPr lang="en-US" sz="3199" strike="noStrike" u="none">
                <a:solidFill>
                  <a:srgbClr val="000000"/>
                </a:solidFill>
                <a:latin typeface="Questrial"/>
                <a:ea typeface="Questrial"/>
                <a:cs typeface="Questrial"/>
                <a:sym typeface="Questrial"/>
              </a:rPr>
              <a:t>RF-10. El sistema debe proteger la privacidad de los conductores, limitando el acceso a sus datos.</a:t>
            </a:r>
          </a:p>
          <a:p>
            <a:pPr algn="just" marL="0" indent="0" lvl="0">
              <a:lnSpc>
                <a:spcPts val="4479"/>
              </a:lnSpc>
              <a:spcBef>
                <a:spcPct val="0"/>
              </a:spcBef>
            </a:pPr>
          </a:p>
          <a:p>
            <a:pPr algn="just" marL="0" indent="0" lvl="0">
              <a:lnSpc>
                <a:spcPts val="447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17426" y="0"/>
            <a:ext cx="7488179" cy="4902867"/>
            <a:chOff x="0" y="0"/>
            <a:chExt cx="932068" cy="610269"/>
          </a:xfrm>
        </p:grpSpPr>
        <p:sp>
          <p:nvSpPr>
            <p:cNvPr name="Freeform 3" id="3"/>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2"/>
              <a:stretch>
                <a:fillRect l="-8459" t="0" r="-8459" b="0"/>
              </a:stretch>
            </a:blipFill>
          </p:spPr>
        </p:sp>
      </p:grpSp>
      <p:grpSp>
        <p:nvGrpSpPr>
          <p:cNvPr name="Group 4" id="4"/>
          <p:cNvGrpSpPr/>
          <p:nvPr/>
        </p:nvGrpSpPr>
        <p:grpSpPr>
          <a:xfrm rot="0">
            <a:off x="10317426" y="5384133"/>
            <a:ext cx="7488179" cy="4902867"/>
            <a:chOff x="0" y="0"/>
            <a:chExt cx="932068" cy="610269"/>
          </a:xfrm>
        </p:grpSpPr>
        <p:sp>
          <p:nvSpPr>
            <p:cNvPr name="Freeform 5" id="5"/>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3"/>
              <a:stretch>
                <a:fillRect l="-5577" t="0" r="-5577" b="0"/>
              </a:stretch>
            </a:blipFill>
          </p:spPr>
        </p:sp>
      </p:grpSp>
      <p:sp>
        <p:nvSpPr>
          <p:cNvPr name="TextBox 6" id="6"/>
          <p:cNvSpPr txBox="true"/>
          <p:nvPr/>
        </p:nvSpPr>
        <p:spPr>
          <a:xfrm rot="0">
            <a:off x="1744115" y="230066"/>
            <a:ext cx="7162150" cy="798634"/>
          </a:xfrm>
          <a:prstGeom prst="rect">
            <a:avLst/>
          </a:prstGeom>
        </p:spPr>
        <p:txBody>
          <a:bodyPr anchor="t" rtlCol="false" tIns="0" lIns="0" bIns="0" rIns="0">
            <a:spAutoFit/>
          </a:bodyPr>
          <a:lstStyle/>
          <a:p>
            <a:pPr algn="l" marL="0" indent="0" lvl="0">
              <a:lnSpc>
                <a:spcPts val="6461"/>
              </a:lnSpc>
              <a:spcBef>
                <a:spcPct val="0"/>
              </a:spcBef>
            </a:pPr>
            <a:r>
              <a:rPr lang="en-US" b="true" sz="4615">
                <a:solidFill>
                  <a:srgbClr val="000000"/>
                </a:solidFill>
                <a:latin typeface="Antonio Bold"/>
                <a:ea typeface="Antonio Bold"/>
                <a:cs typeface="Antonio Bold"/>
                <a:sym typeface="Antonio Bold"/>
              </a:rPr>
              <a:t>2) R</a:t>
            </a:r>
            <a:r>
              <a:rPr lang="en-US" b="true" sz="4615" u="none">
                <a:solidFill>
                  <a:srgbClr val="000000"/>
                </a:solidFill>
                <a:latin typeface="Antonio Bold"/>
                <a:ea typeface="Antonio Bold"/>
                <a:cs typeface="Antonio Bold"/>
                <a:sym typeface="Antonio Bold"/>
              </a:rPr>
              <a:t>EQUISITOS NO FUNCIONALES</a:t>
            </a:r>
          </a:p>
        </p:txBody>
      </p:sp>
      <p:sp>
        <p:nvSpPr>
          <p:cNvPr name="TextBox 7" id="7"/>
          <p:cNvSpPr txBox="true"/>
          <p:nvPr/>
        </p:nvSpPr>
        <p:spPr>
          <a:xfrm rot="0">
            <a:off x="550881" y="1497965"/>
            <a:ext cx="9548618" cy="9251315"/>
          </a:xfrm>
          <a:prstGeom prst="rect">
            <a:avLst/>
          </a:prstGeom>
        </p:spPr>
        <p:txBody>
          <a:bodyPr anchor="t" rtlCol="false" tIns="0" lIns="0" bIns="0" rIns="0">
            <a:spAutoFit/>
          </a:bodyPr>
          <a:lstStyle/>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F-0</a:t>
            </a:r>
            <a:r>
              <a:rPr lang="en-US" sz="2899" strike="noStrike" u="none">
                <a:solidFill>
                  <a:srgbClr val="000000"/>
                </a:solidFill>
                <a:latin typeface="Questrial"/>
                <a:ea typeface="Questrial"/>
                <a:cs typeface="Questrial"/>
                <a:sym typeface="Questrial"/>
              </a:rPr>
              <a:t>1</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Rendimiento:</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El sistema debe </a:t>
            </a:r>
            <a:r>
              <a:rPr lang="en-US" sz="2899" strike="noStrike" u="none">
                <a:solidFill>
                  <a:srgbClr val="000000"/>
                </a:solidFill>
                <a:latin typeface="Questrial"/>
                <a:ea typeface="Questrial"/>
                <a:cs typeface="Questrial"/>
                <a:sym typeface="Questrial"/>
              </a:rPr>
              <a:t>respon</a:t>
            </a:r>
            <a:r>
              <a:rPr lang="en-US" sz="2899" strike="noStrike" u="none">
                <a:solidFill>
                  <a:srgbClr val="000000"/>
                </a:solidFill>
                <a:latin typeface="Questrial"/>
                <a:ea typeface="Questrial"/>
                <a:cs typeface="Questrial"/>
                <a:sym typeface="Questrial"/>
              </a:rPr>
              <a:t>d</a:t>
            </a:r>
            <a:r>
              <a:rPr lang="en-US" sz="2899" strike="noStrike" u="none">
                <a:solidFill>
                  <a:srgbClr val="000000"/>
                </a:solidFill>
                <a:latin typeface="Questrial"/>
                <a:ea typeface="Questrial"/>
                <a:cs typeface="Questrial"/>
                <a:sym typeface="Questrial"/>
              </a:rPr>
              <a:t>er en </a:t>
            </a:r>
            <a:r>
              <a:rPr lang="en-US" sz="2899" strike="noStrike" u="none">
                <a:solidFill>
                  <a:srgbClr val="000000"/>
                </a:solidFill>
                <a:latin typeface="Questrial"/>
                <a:ea typeface="Questrial"/>
                <a:cs typeface="Questrial"/>
                <a:sym typeface="Questrial"/>
              </a:rPr>
              <a:t>m</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nos de</a:t>
            </a:r>
            <a:r>
              <a:rPr lang="en-US" sz="2899" strike="noStrike" u="none">
                <a:solidFill>
                  <a:srgbClr val="000000"/>
                </a:solidFill>
                <a:latin typeface="Questrial"/>
                <a:ea typeface="Questrial"/>
                <a:cs typeface="Questrial"/>
                <a:sym typeface="Questrial"/>
              </a:rPr>
              <a:t> 3 segu</a:t>
            </a:r>
            <a:r>
              <a:rPr lang="en-US" sz="2899" strike="noStrike" u="none">
                <a:solidFill>
                  <a:srgbClr val="000000"/>
                </a:solidFill>
                <a:latin typeface="Questrial"/>
                <a:ea typeface="Questrial"/>
                <a:cs typeface="Questrial"/>
                <a:sym typeface="Questrial"/>
              </a:rPr>
              <a:t>ndos a</a:t>
            </a:r>
            <a:r>
              <a:rPr lang="en-US" sz="2899" strike="noStrike" u="none">
                <a:solidFill>
                  <a:srgbClr val="000000"/>
                </a:solidFill>
                <a:latin typeface="Questrial"/>
                <a:ea typeface="Questrial"/>
                <a:cs typeface="Questrial"/>
                <a:sym typeface="Questrial"/>
              </a:rPr>
              <a:t>l</a:t>
            </a:r>
            <a:r>
              <a:rPr lang="en-US" sz="2899" strike="noStrike" u="none">
                <a:solidFill>
                  <a:srgbClr val="000000"/>
                </a:solidFill>
                <a:latin typeface="Questrial"/>
                <a:ea typeface="Questrial"/>
                <a:cs typeface="Questrial"/>
                <a:sym typeface="Questrial"/>
              </a:rPr>
              <a:t> c</a:t>
            </a:r>
            <a:r>
              <a:rPr lang="en-US" sz="2899" strike="noStrike" u="none">
                <a:solidFill>
                  <a:srgbClr val="000000"/>
                </a:solidFill>
                <a:latin typeface="Questrial"/>
                <a:ea typeface="Questrial"/>
                <a:cs typeface="Questrial"/>
                <a:sym typeface="Questrial"/>
              </a:rPr>
              <a:t>onsult</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info</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m</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ción</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en</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lí</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a.</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F-0</a:t>
            </a:r>
            <a:r>
              <a:rPr lang="en-US" sz="2899" strike="noStrike" u="none">
                <a:solidFill>
                  <a:srgbClr val="000000"/>
                </a:solidFill>
                <a:latin typeface="Questrial"/>
                <a:ea typeface="Questrial"/>
                <a:cs typeface="Questrial"/>
                <a:sym typeface="Questrial"/>
              </a:rPr>
              <a:t>2</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Disponibilidad:</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El sistema debe </a:t>
            </a:r>
            <a:r>
              <a:rPr lang="en-US" sz="2899" strike="noStrike" u="none">
                <a:solidFill>
                  <a:srgbClr val="000000"/>
                </a:solidFill>
                <a:latin typeface="Questrial"/>
                <a:ea typeface="Questrial"/>
                <a:cs typeface="Questrial"/>
                <a:sym typeface="Questrial"/>
              </a:rPr>
              <a:t>mant</a:t>
            </a:r>
            <a:r>
              <a:rPr lang="en-US" sz="2899" strike="noStrike" u="none">
                <a:solidFill>
                  <a:srgbClr val="000000"/>
                </a:solidFill>
                <a:latin typeface="Questrial"/>
                <a:ea typeface="Questrial"/>
                <a:cs typeface="Questrial"/>
                <a:sym typeface="Questrial"/>
              </a:rPr>
              <a:t>ener</a:t>
            </a:r>
            <a:r>
              <a:rPr lang="en-US" sz="2899" strike="noStrike" u="none">
                <a:solidFill>
                  <a:srgbClr val="000000"/>
                </a:solidFill>
                <a:latin typeface="Questrial"/>
                <a:ea typeface="Questrial"/>
                <a:cs typeface="Questrial"/>
                <a:sym typeface="Questrial"/>
              </a:rPr>
              <a:t> un</a:t>
            </a:r>
            <a:r>
              <a:rPr lang="en-US" sz="2899" strike="noStrike" u="none">
                <a:solidFill>
                  <a:srgbClr val="000000"/>
                </a:solidFill>
                <a:latin typeface="Questrial"/>
                <a:ea typeface="Questrial"/>
                <a:cs typeface="Questrial"/>
                <a:sym typeface="Questrial"/>
              </a:rPr>
              <a:t>a co</a:t>
            </a:r>
            <a:r>
              <a:rPr lang="en-US" sz="2899" strike="noStrike" u="none">
                <a:solidFill>
                  <a:srgbClr val="000000"/>
                </a:solidFill>
                <a:latin typeface="Questrial"/>
                <a:ea typeface="Questrial"/>
                <a:cs typeface="Questrial"/>
                <a:sym typeface="Questrial"/>
              </a:rPr>
              <a:t>b</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ura</a:t>
            </a:r>
            <a:r>
              <a:rPr lang="en-US" sz="2899" strike="noStrike" u="none">
                <a:solidFill>
                  <a:srgbClr val="000000"/>
                </a:solidFill>
                <a:latin typeface="Questrial"/>
                <a:ea typeface="Questrial"/>
                <a:cs typeface="Questrial"/>
                <a:sym typeface="Questrial"/>
              </a:rPr>
              <a:t> e</a:t>
            </a:r>
            <a:r>
              <a:rPr lang="en-US" sz="2899" strike="noStrike" u="none">
                <a:solidFill>
                  <a:srgbClr val="000000"/>
                </a:solidFill>
                <a:latin typeface="Questrial"/>
                <a:ea typeface="Questrial"/>
                <a:cs typeface="Questrial"/>
                <a:sym typeface="Questrial"/>
              </a:rPr>
              <a:t>stab</a:t>
            </a:r>
            <a:r>
              <a:rPr lang="en-US" sz="2899" strike="noStrike" u="none">
                <a:solidFill>
                  <a:srgbClr val="000000"/>
                </a:solidFill>
                <a:latin typeface="Questrial"/>
                <a:ea typeface="Questrial"/>
                <a:cs typeface="Questrial"/>
                <a:sym typeface="Questrial"/>
              </a:rPr>
              <a:t>le </a:t>
            </a:r>
            <a:r>
              <a:rPr lang="en-US" sz="2899" strike="noStrike" u="none">
                <a:solidFill>
                  <a:srgbClr val="000000"/>
                </a:solidFill>
                <a:latin typeface="Questrial"/>
                <a:ea typeface="Questrial"/>
                <a:cs typeface="Questrial"/>
                <a:sym typeface="Questrial"/>
              </a:rPr>
              <a:t>mie</a:t>
            </a:r>
            <a:r>
              <a:rPr lang="en-US" sz="2899" strike="noStrike" u="none">
                <a:solidFill>
                  <a:srgbClr val="000000"/>
                </a:solidFill>
                <a:latin typeface="Questrial"/>
                <a:ea typeface="Questrial"/>
                <a:cs typeface="Questrial"/>
                <a:sym typeface="Questrial"/>
              </a:rPr>
              <a:t>nt</a:t>
            </a:r>
            <a:r>
              <a:rPr lang="en-US" sz="2899" strike="noStrike" u="none">
                <a:solidFill>
                  <a:srgbClr val="000000"/>
                </a:solidFill>
                <a:latin typeface="Questrial"/>
                <a:ea typeface="Questrial"/>
                <a:cs typeface="Questrial"/>
                <a:sym typeface="Questrial"/>
              </a:rPr>
              <a:t>ra</a:t>
            </a:r>
            <a:r>
              <a:rPr lang="en-US" sz="2899" strike="noStrike" u="none">
                <a:solidFill>
                  <a:srgbClr val="000000"/>
                </a:solidFill>
                <a:latin typeface="Questrial"/>
                <a:ea typeface="Questrial"/>
                <a:cs typeface="Questrial"/>
                <a:sym typeface="Questrial"/>
              </a:rPr>
              <a:t>s </a:t>
            </a:r>
            <a:r>
              <a:rPr lang="en-US" sz="2899" strike="noStrike" u="none">
                <a:solidFill>
                  <a:srgbClr val="000000"/>
                </a:solidFill>
                <a:latin typeface="Questrial"/>
                <a:ea typeface="Questrial"/>
                <a:cs typeface="Questrial"/>
                <a:sym typeface="Questrial"/>
              </a:rPr>
              <a:t>ex</a:t>
            </a:r>
            <a:r>
              <a:rPr lang="en-US" sz="2899" strike="noStrike" u="none">
                <a:solidFill>
                  <a:srgbClr val="000000"/>
                </a:solidFill>
                <a:latin typeface="Questrial"/>
                <a:ea typeface="Questrial"/>
                <a:cs typeface="Questrial"/>
                <a:sym typeface="Questrial"/>
              </a:rPr>
              <a:t>ist</a:t>
            </a:r>
            <a:r>
              <a:rPr lang="en-US" sz="2899" strike="noStrike" u="none">
                <a:solidFill>
                  <a:srgbClr val="000000"/>
                </a:solidFill>
                <a:latin typeface="Questrial"/>
                <a:ea typeface="Questrial"/>
                <a:cs typeface="Questrial"/>
                <a:sym typeface="Questrial"/>
              </a:rPr>
              <a:t>a </a:t>
            </a:r>
            <a:r>
              <a:rPr lang="en-US" sz="2899" strike="noStrike" u="none">
                <a:solidFill>
                  <a:srgbClr val="000000"/>
                </a:solidFill>
                <a:latin typeface="Questrial"/>
                <a:ea typeface="Questrial"/>
                <a:cs typeface="Questrial"/>
                <a:sym typeface="Questrial"/>
              </a:rPr>
              <a:t>co</a:t>
            </a:r>
            <a:r>
              <a:rPr lang="en-US" sz="2899" strike="noStrike" u="none">
                <a:solidFill>
                  <a:srgbClr val="000000"/>
                </a:solidFill>
                <a:latin typeface="Questrial"/>
                <a:ea typeface="Questrial"/>
                <a:cs typeface="Questrial"/>
                <a:sym typeface="Questrial"/>
              </a:rPr>
              <a:t>nexión</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int</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ne</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F-0</a:t>
            </a:r>
            <a:r>
              <a:rPr lang="en-US" sz="2899" strike="noStrike" u="none">
                <a:solidFill>
                  <a:srgbClr val="000000"/>
                </a:solidFill>
                <a:latin typeface="Questrial"/>
                <a:ea typeface="Questrial"/>
                <a:cs typeface="Questrial"/>
                <a:sym typeface="Questrial"/>
              </a:rPr>
              <a:t>3</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Confiabilidad:</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El sistema debe </a:t>
            </a:r>
            <a:r>
              <a:rPr lang="en-US" sz="2899" strike="noStrike" u="none">
                <a:solidFill>
                  <a:srgbClr val="000000"/>
                </a:solidFill>
                <a:latin typeface="Questrial"/>
                <a:ea typeface="Questrial"/>
                <a:cs typeface="Questrial"/>
                <a:sym typeface="Questrial"/>
              </a:rPr>
              <a:t>as</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gu</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r l</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 i</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eg</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idad</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d</a:t>
            </a:r>
            <a:r>
              <a:rPr lang="en-US" sz="2899" strike="noStrike" u="none">
                <a:solidFill>
                  <a:srgbClr val="000000"/>
                </a:solidFill>
                <a:latin typeface="Questrial"/>
                <a:ea typeface="Questrial"/>
                <a:cs typeface="Questrial"/>
                <a:sym typeface="Questrial"/>
              </a:rPr>
              <a:t>e </a:t>
            </a:r>
            <a:r>
              <a:rPr lang="en-US" sz="2899" strike="noStrike" u="none">
                <a:solidFill>
                  <a:srgbClr val="000000"/>
                </a:solidFill>
                <a:latin typeface="Questrial"/>
                <a:ea typeface="Questrial"/>
                <a:cs typeface="Questrial"/>
                <a:sym typeface="Questrial"/>
              </a:rPr>
              <a:t>los da</a:t>
            </a:r>
            <a:r>
              <a:rPr lang="en-US" sz="2899" strike="noStrike" u="none">
                <a:solidFill>
                  <a:srgbClr val="000000"/>
                </a:solidFill>
                <a:latin typeface="Questrial"/>
                <a:ea typeface="Questrial"/>
                <a:cs typeface="Questrial"/>
                <a:sym typeface="Questrial"/>
              </a:rPr>
              <a:t>to</a:t>
            </a:r>
            <a:r>
              <a:rPr lang="en-US" sz="2899" strike="noStrike" u="none">
                <a:solidFill>
                  <a:srgbClr val="000000"/>
                </a:solidFill>
                <a:latin typeface="Questrial"/>
                <a:ea typeface="Questrial"/>
                <a:cs typeface="Questrial"/>
                <a:sym typeface="Questrial"/>
              </a:rPr>
              <a:t>s</a:t>
            </a:r>
            <a:r>
              <a:rPr lang="en-US" sz="2899" strike="noStrike" u="none">
                <a:solidFill>
                  <a:srgbClr val="000000"/>
                </a:solidFill>
                <a:latin typeface="Questrial"/>
                <a:ea typeface="Questrial"/>
                <a:cs typeface="Questrial"/>
                <a:sym typeface="Questrial"/>
              </a:rPr>
              <a:t> a</a:t>
            </a:r>
            <a:r>
              <a:rPr lang="en-US" sz="2899" strike="noStrike" u="none">
                <a:solidFill>
                  <a:srgbClr val="000000"/>
                </a:solidFill>
                <a:latin typeface="Questrial"/>
                <a:ea typeface="Questrial"/>
                <a:cs typeface="Questrial"/>
                <a:sym typeface="Questrial"/>
              </a:rPr>
              <a:t>un</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cuand</a:t>
            </a:r>
            <a:r>
              <a:rPr lang="en-US" sz="2899" strike="noStrike" u="none">
                <a:solidFill>
                  <a:srgbClr val="000000"/>
                </a:solidFill>
                <a:latin typeface="Questrial"/>
                <a:ea typeface="Questrial"/>
                <a:cs typeface="Questrial"/>
                <a:sym typeface="Questrial"/>
              </a:rPr>
              <a:t>o</a:t>
            </a:r>
            <a:r>
              <a:rPr lang="en-US" sz="2899" strike="noStrike" u="none">
                <a:solidFill>
                  <a:srgbClr val="000000"/>
                </a:solidFill>
                <a:latin typeface="Questrial"/>
                <a:ea typeface="Questrial"/>
                <a:cs typeface="Questrial"/>
                <a:sym typeface="Questrial"/>
              </a:rPr>
              <a:t> se</a:t>
            </a:r>
            <a:r>
              <a:rPr lang="en-US" sz="2899" strike="noStrike" u="none">
                <a:solidFill>
                  <a:srgbClr val="000000"/>
                </a:solidFill>
                <a:latin typeface="Questrial"/>
                <a:ea typeface="Questrial"/>
                <a:cs typeface="Questrial"/>
                <a:sym typeface="Questrial"/>
              </a:rPr>
              <a:t> p</a:t>
            </a:r>
            <a:r>
              <a:rPr lang="en-US" sz="2899" strike="noStrike" u="none">
                <a:solidFill>
                  <a:srgbClr val="000000"/>
                </a:solidFill>
                <a:latin typeface="Questrial"/>
                <a:ea typeface="Questrial"/>
                <a:cs typeface="Questrial"/>
                <a:sym typeface="Questrial"/>
              </a:rPr>
              <a:t>ie</a:t>
            </a:r>
            <a:r>
              <a:rPr lang="en-US" sz="2899" strike="noStrike" u="none">
                <a:solidFill>
                  <a:srgbClr val="000000"/>
                </a:solidFill>
                <a:latin typeface="Questrial"/>
                <a:ea typeface="Questrial"/>
                <a:cs typeface="Questrial"/>
                <a:sym typeface="Questrial"/>
              </a:rPr>
              <a:t>rd</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 la cone</a:t>
            </a:r>
            <a:r>
              <a:rPr lang="en-US" sz="2899" strike="noStrike" u="none">
                <a:solidFill>
                  <a:srgbClr val="000000"/>
                </a:solidFill>
                <a:latin typeface="Questrial"/>
                <a:ea typeface="Questrial"/>
                <a:cs typeface="Questrial"/>
                <a:sym typeface="Questrial"/>
              </a:rPr>
              <a:t>xión</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F-0</a:t>
            </a:r>
            <a:r>
              <a:rPr lang="en-US" sz="2899" strike="noStrike" u="none">
                <a:solidFill>
                  <a:srgbClr val="000000"/>
                </a:solidFill>
                <a:latin typeface="Questrial"/>
                <a:ea typeface="Questrial"/>
                <a:cs typeface="Questrial"/>
                <a:sym typeface="Questrial"/>
              </a:rPr>
              <a:t>4</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Seguridad:</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El sistema debe </a:t>
            </a:r>
            <a:r>
              <a:rPr lang="en-US" sz="2899" strike="noStrike" u="none">
                <a:solidFill>
                  <a:srgbClr val="000000"/>
                </a:solidFill>
                <a:latin typeface="Questrial"/>
                <a:ea typeface="Questrial"/>
                <a:cs typeface="Questrial"/>
                <a:sym typeface="Questrial"/>
              </a:rPr>
              <a:t>prote</a:t>
            </a:r>
            <a:r>
              <a:rPr lang="en-US" sz="2899" strike="noStrike" u="none">
                <a:solidFill>
                  <a:srgbClr val="000000"/>
                </a:solidFill>
                <a:latin typeface="Questrial"/>
                <a:ea typeface="Questrial"/>
                <a:cs typeface="Questrial"/>
                <a:sym typeface="Questrial"/>
              </a:rPr>
              <a:t>ger </a:t>
            </a:r>
            <a:r>
              <a:rPr lang="en-US" sz="2899" strike="noStrike" u="none">
                <a:solidFill>
                  <a:srgbClr val="000000"/>
                </a:solidFill>
                <a:latin typeface="Questrial"/>
                <a:ea typeface="Questrial"/>
                <a:cs typeface="Questrial"/>
                <a:sym typeface="Questrial"/>
              </a:rPr>
              <a:t>l</a:t>
            </a:r>
            <a:r>
              <a:rPr lang="en-US" sz="2899" strike="noStrike" u="none">
                <a:solidFill>
                  <a:srgbClr val="000000"/>
                </a:solidFill>
                <a:latin typeface="Questrial"/>
                <a:ea typeface="Questrial"/>
                <a:cs typeface="Questrial"/>
                <a:sym typeface="Questrial"/>
              </a:rPr>
              <a:t>a </a:t>
            </a:r>
            <a:r>
              <a:rPr lang="en-US" sz="2899" strike="noStrike" u="none">
                <a:solidFill>
                  <a:srgbClr val="000000"/>
                </a:solidFill>
                <a:latin typeface="Questrial"/>
                <a:ea typeface="Questrial"/>
                <a:cs typeface="Questrial"/>
                <a:sym typeface="Questrial"/>
              </a:rPr>
              <a:t>inform</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ción</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m</a:t>
            </a:r>
            <a:r>
              <a:rPr lang="en-US" sz="2899" strike="noStrike" u="none">
                <a:solidFill>
                  <a:srgbClr val="000000"/>
                </a:solidFill>
                <a:latin typeface="Questrial"/>
                <a:ea typeface="Questrial"/>
                <a:cs typeface="Questrial"/>
                <a:sym typeface="Questrial"/>
              </a:rPr>
              <a:t>ed</a:t>
            </a:r>
            <a:r>
              <a:rPr lang="en-US" sz="2899" strike="noStrike" u="none">
                <a:solidFill>
                  <a:srgbClr val="000000"/>
                </a:solidFill>
                <a:latin typeface="Questrial"/>
                <a:ea typeface="Questrial"/>
                <a:cs typeface="Questrial"/>
                <a:sym typeface="Questrial"/>
              </a:rPr>
              <a:t>i</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te </a:t>
            </a:r>
            <a:r>
              <a:rPr lang="en-US" sz="2899" strike="noStrike" u="none">
                <a:solidFill>
                  <a:srgbClr val="000000"/>
                </a:solidFill>
                <a:latin typeface="Questrial"/>
                <a:ea typeface="Questrial"/>
                <a:cs typeface="Questrial"/>
                <a:sym typeface="Questrial"/>
              </a:rPr>
              <a:t>aut</a:t>
            </a:r>
            <a:r>
              <a:rPr lang="en-US" sz="2899" strike="noStrike" u="none">
                <a:solidFill>
                  <a:srgbClr val="000000"/>
                </a:solidFill>
                <a:latin typeface="Questrial"/>
                <a:ea typeface="Questrial"/>
                <a:cs typeface="Questrial"/>
                <a:sym typeface="Questrial"/>
              </a:rPr>
              <a:t>ent</a:t>
            </a:r>
            <a:r>
              <a:rPr lang="en-US" sz="2899" strike="noStrike" u="none">
                <a:solidFill>
                  <a:srgbClr val="000000"/>
                </a:solidFill>
                <a:latin typeface="Questrial"/>
                <a:ea typeface="Questrial"/>
                <a:cs typeface="Questrial"/>
                <a:sym typeface="Questrial"/>
              </a:rPr>
              <a:t>icación</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y</a:t>
            </a:r>
            <a:r>
              <a:rPr lang="en-US" sz="2899" strike="noStrike" u="none">
                <a:solidFill>
                  <a:srgbClr val="000000"/>
                </a:solidFill>
                <a:latin typeface="Questrial"/>
                <a:ea typeface="Questrial"/>
                <a:cs typeface="Questrial"/>
                <a:sym typeface="Questrial"/>
              </a:rPr>
              <a:t> c</a:t>
            </a:r>
            <a:r>
              <a:rPr lang="en-US" sz="2899" strike="noStrike" u="none">
                <a:solidFill>
                  <a:srgbClr val="000000"/>
                </a:solidFill>
                <a:latin typeface="Questrial"/>
                <a:ea typeface="Questrial"/>
                <a:cs typeface="Questrial"/>
                <a:sym typeface="Questrial"/>
              </a:rPr>
              <a:t>o</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ro</a:t>
            </a:r>
            <a:r>
              <a:rPr lang="en-US" sz="2899" strike="noStrike" u="none">
                <a:solidFill>
                  <a:srgbClr val="000000"/>
                </a:solidFill>
                <a:latin typeface="Questrial"/>
                <a:ea typeface="Questrial"/>
                <a:cs typeface="Questrial"/>
                <a:sym typeface="Questrial"/>
              </a:rPr>
              <a:t>l de </a:t>
            </a:r>
            <a:r>
              <a:rPr lang="en-US" sz="2899" strike="noStrike" u="none">
                <a:solidFill>
                  <a:srgbClr val="000000"/>
                </a:solidFill>
                <a:latin typeface="Questrial"/>
                <a:ea typeface="Questrial"/>
                <a:cs typeface="Questrial"/>
                <a:sym typeface="Questrial"/>
              </a:rPr>
              <a:t>ac</a:t>
            </a:r>
            <a:r>
              <a:rPr lang="en-US" sz="2899" strike="noStrike" u="none">
                <a:solidFill>
                  <a:srgbClr val="000000"/>
                </a:solidFill>
                <a:latin typeface="Questrial"/>
                <a:ea typeface="Questrial"/>
                <a:cs typeface="Questrial"/>
                <a:sym typeface="Questrial"/>
              </a:rPr>
              <a:t>cesos</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p>
          <a:p>
            <a:pPr algn="just" marL="0" indent="0" lvl="0">
              <a:lnSpc>
                <a:spcPts val="405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17426" y="0"/>
            <a:ext cx="7488179" cy="4902867"/>
            <a:chOff x="0" y="0"/>
            <a:chExt cx="932068" cy="610269"/>
          </a:xfrm>
        </p:grpSpPr>
        <p:sp>
          <p:nvSpPr>
            <p:cNvPr name="Freeform 3" id="3"/>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2"/>
              <a:stretch>
                <a:fillRect l="-16934" t="0" r="-16934" b="0"/>
              </a:stretch>
            </a:blipFill>
          </p:spPr>
        </p:sp>
      </p:grpSp>
      <p:grpSp>
        <p:nvGrpSpPr>
          <p:cNvPr name="Group 4" id="4"/>
          <p:cNvGrpSpPr/>
          <p:nvPr/>
        </p:nvGrpSpPr>
        <p:grpSpPr>
          <a:xfrm rot="0">
            <a:off x="10317426" y="5384133"/>
            <a:ext cx="7488179" cy="4902867"/>
            <a:chOff x="0" y="0"/>
            <a:chExt cx="932068" cy="610269"/>
          </a:xfrm>
        </p:grpSpPr>
        <p:sp>
          <p:nvSpPr>
            <p:cNvPr name="Freeform 5" id="5"/>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3"/>
              <a:stretch>
                <a:fillRect l="-26684" t="0" r="-26684" b="0"/>
              </a:stretch>
            </a:blipFill>
          </p:spPr>
        </p:sp>
      </p:grpSp>
      <p:sp>
        <p:nvSpPr>
          <p:cNvPr name="TextBox 6" id="6"/>
          <p:cNvSpPr txBox="true"/>
          <p:nvPr/>
        </p:nvSpPr>
        <p:spPr>
          <a:xfrm rot="0">
            <a:off x="1744115" y="230066"/>
            <a:ext cx="7162150" cy="798634"/>
          </a:xfrm>
          <a:prstGeom prst="rect">
            <a:avLst/>
          </a:prstGeom>
        </p:spPr>
        <p:txBody>
          <a:bodyPr anchor="t" rtlCol="false" tIns="0" lIns="0" bIns="0" rIns="0">
            <a:spAutoFit/>
          </a:bodyPr>
          <a:lstStyle/>
          <a:p>
            <a:pPr algn="l" marL="0" indent="0" lvl="0">
              <a:lnSpc>
                <a:spcPts val="6461"/>
              </a:lnSpc>
              <a:spcBef>
                <a:spcPct val="0"/>
              </a:spcBef>
            </a:pPr>
            <a:r>
              <a:rPr lang="en-US" b="true" sz="4615">
                <a:solidFill>
                  <a:srgbClr val="000000"/>
                </a:solidFill>
                <a:latin typeface="Antonio Bold"/>
                <a:ea typeface="Antonio Bold"/>
                <a:cs typeface="Antonio Bold"/>
                <a:sym typeface="Antonio Bold"/>
              </a:rPr>
              <a:t>2) R</a:t>
            </a:r>
            <a:r>
              <a:rPr lang="en-US" b="true" sz="4615" u="none">
                <a:solidFill>
                  <a:srgbClr val="000000"/>
                </a:solidFill>
                <a:latin typeface="Antonio Bold"/>
                <a:ea typeface="Antonio Bold"/>
                <a:cs typeface="Antonio Bold"/>
                <a:sym typeface="Antonio Bold"/>
              </a:rPr>
              <a:t>EQUISITOS NO FUNCIONALES</a:t>
            </a:r>
          </a:p>
        </p:txBody>
      </p:sp>
      <p:sp>
        <p:nvSpPr>
          <p:cNvPr name="TextBox 7" id="7"/>
          <p:cNvSpPr txBox="true"/>
          <p:nvPr/>
        </p:nvSpPr>
        <p:spPr>
          <a:xfrm rot="0">
            <a:off x="350856" y="1250283"/>
            <a:ext cx="9548618" cy="8736965"/>
          </a:xfrm>
          <a:prstGeom prst="rect">
            <a:avLst/>
          </a:prstGeom>
        </p:spPr>
        <p:txBody>
          <a:bodyPr anchor="t" rtlCol="false" tIns="0" lIns="0" bIns="0" rIns="0">
            <a:spAutoFit/>
          </a:bodyPr>
          <a:lstStyle/>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RNF-05. Escalabi</a:t>
            </a:r>
            <a:r>
              <a:rPr lang="en-US" sz="2899" strike="noStrike" u="none">
                <a:solidFill>
                  <a:srgbClr val="000000"/>
                </a:solidFill>
                <a:latin typeface="Questrial"/>
                <a:ea typeface="Questrial"/>
                <a:cs typeface="Questrial"/>
                <a:sym typeface="Questrial"/>
              </a:rPr>
              <a:t>l</a:t>
            </a:r>
            <a:r>
              <a:rPr lang="en-US" sz="2899" strike="noStrike" u="none">
                <a:solidFill>
                  <a:srgbClr val="000000"/>
                </a:solidFill>
                <a:latin typeface="Questrial"/>
                <a:ea typeface="Questrial"/>
                <a:cs typeface="Questrial"/>
                <a:sym typeface="Questrial"/>
              </a:rPr>
              <a:t>i</a:t>
            </a:r>
            <a:r>
              <a:rPr lang="en-US" sz="2899" strike="noStrike" u="none">
                <a:solidFill>
                  <a:srgbClr val="000000"/>
                </a:solidFill>
                <a:latin typeface="Questrial"/>
                <a:ea typeface="Questrial"/>
                <a:cs typeface="Questrial"/>
                <a:sym typeface="Questrial"/>
              </a:rPr>
              <a:t>dad</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El sistema debe per</a:t>
            </a:r>
            <a:r>
              <a:rPr lang="en-US" sz="2899" strike="noStrike" u="none">
                <a:solidFill>
                  <a:srgbClr val="000000"/>
                </a:solidFill>
                <a:latin typeface="Questrial"/>
                <a:ea typeface="Questrial"/>
                <a:cs typeface="Questrial"/>
                <a:sym typeface="Questrial"/>
              </a:rPr>
              <a:t>mitir</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agr</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gar</a:t>
            </a:r>
            <a:r>
              <a:rPr lang="en-US" sz="2899" strike="noStrike" u="none">
                <a:solidFill>
                  <a:srgbClr val="000000"/>
                </a:solidFill>
                <a:latin typeface="Questrial"/>
                <a:ea typeface="Questrial"/>
                <a:cs typeface="Questrial"/>
                <a:sym typeface="Questrial"/>
              </a:rPr>
              <a:t> más rutas</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unidades y usuario</a:t>
            </a:r>
            <a:r>
              <a:rPr lang="en-US" sz="2899" strike="noStrike" u="none">
                <a:solidFill>
                  <a:srgbClr val="000000"/>
                </a:solidFill>
                <a:latin typeface="Questrial"/>
                <a:ea typeface="Questrial"/>
                <a:cs typeface="Questrial"/>
                <a:sym typeface="Questrial"/>
              </a:rPr>
              <a:t>s s</a:t>
            </a:r>
            <a:r>
              <a:rPr lang="en-US" sz="2899" strike="noStrike" u="none">
                <a:solidFill>
                  <a:srgbClr val="000000"/>
                </a:solidFill>
                <a:latin typeface="Questrial"/>
                <a:ea typeface="Questrial"/>
                <a:cs typeface="Questrial"/>
                <a:sym typeface="Questrial"/>
              </a:rPr>
              <a:t>in afe</a:t>
            </a:r>
            <a:r>
              <a:rPr lang="en-US" sz="2899" strike="noStrike" u="none">
                <a:solidFill>
                  <a:srgbClr val="000000"/>
                </a:solidFill>
                <a:latin typeface="Questrial"/>
                <a:ea typeface="Questrial"/>
                <a:cs typeface="Questrial"/>
                <a:sym typeface="Questrial"/>
              </a:rPr>
              <a:t>ctar</a:t>
            </a:r>
            <a:r>
              <a:rPr lang="en-US" sz="2899" strike="noStrike" u="none">
                <a:solidFill>
                  <a:srgbClr val="000000"/>
                </a:solidFill>
                <a:latin typeface="Questrial"/>
                <a:ea typeface="Questrial"/>
                <a:cs typeface="Questrial"/>
                <a:sym typeface="Questrial"/>
              </a:rPr>
              <a:t> el</a:t>
            </a:r>
            <a:r>
              <a:rPr lang="en-US" sz="2899" strike="noStrike" u="none">
                <a:solidFill>
                  <a:srgbClr val="000000"/>
                </a:solidFill>
                <a:latin typeface="Questrial"/>
                <a:ea typeface="Questrial"/>
                <a:cs typeface="Questrial"/>
                <a:sym typeface="Questrial"/>
              </a:rPr>
              <a:t> re</a:t>
            </a:r>
            <a:r>
              <a:rPr lang="en-US" sz="2899" strike="noStrike" u="none">
                <a:solidFill>
                  <a:srgbClr val="000000"/>
                </a:solidFill>
                <a:latin typeface="Questrial"/>
                <a:ea typeface="Questrial"/>
                <a:cs typeface="Questrial"/>
                <a:sym typeface="Questrial"/>
              </a:rPr>
              <a:t>ndimie</a:t>
            </a:r>
            <a:r>
              <a:rPr lang="en-US" sz="2899" strike="noStrike" u="none">
                <a:solidFill>
                  <a:srgbClr val="000000"/>
                </a:solidFill>
                <a:latin typeface="Questrial"/>
                <a:ea typeface="Questrial"/>
                <a:cs typeface="Questrial"/>
                <a:sym typeface="Questrial"/>
              </a:rPr>
              <a:t>nto</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RNF-06. Us</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bilidad:</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 La</a:t>
            </a:r>
            <a:r>
              <a:rPr lang="en-US" sz="2899" strike="noStrike" u="none">
                <a:solidFill>
                  <a:srgbClr val="000000"/>
                </a:solidFill>
                <a:latin typeface="Questrial"/>
                <a:ea typeface="Questrial"/>
                <a:cs typeface="Questrial"/>
                <a:sym typeface="Questrial"/>
              </a:rPr>
              <a:t> interfaz debe ser </a:t>
            </a:r>
            <a:r>
              <a:rPr lang="en-US" sz="2899" strike="noStrike" u="none">
                <a:solidFill>
                  <a:srgbClr val="000000"/>
                </a:solidFill>
                <a:latin typeface="Questrial"/>
                <a:ea typeface="Questrial"/>
                <a:cs typeface="Questrial"/>
                <a:sym typeface="Questrial"/>
              </a:rPr>
              <a:t>int</a:t>
            </a:r>
            <a:r>
              <a:rPr lang="en-US" sz="2899" strike="noStrike" u="none">
                <a:solidFill>
                  <a:srgbClr val="000000"/>
                </a:solidFill>
                <a:latin typeface="Questrial"/>
                <a:ea typeface="Questrial"/>
                <a:cs typeface="Questrial"/>
                <a:sym typeface="Questrial"/>
              </a:rPr>
              <a:t>u</a:t>
            </a:r>
            <a:r>
              <a:rPr lang="en-US" sz="2899" strike="noStrike" u="none">
                <a:solidFill>
                  <a:srgbClr val="000000"/>
                </a:solidFill>
                <a:latin typeface="Questrial"/>
                <a:ea typeface="Questrial"/>
                <a:cs typeface="Questrial"/>
                <a:sym typeface="Questrial"/>
              </a:rPr>
              <a:t>itiv</a:t>
            </a:r>
            <a:r>
              <a:rPr lang="en-US" sz="2899" strike="noStrike" u="none">
                <a:solidFill>
                  <a:srgbClr val="000000"/>
                </a:solidFill>
                <a:latin typeface="Questrial"/>
                <a:ea typeface="Questrial"/>
                <a:cs typeface="Questrial"/>
                <a:sym typeface="Questrial"/>
              </a:rPr>
              <a:t>a y fácil de u</a:t>
            </a:r>
            <a:r>
              <a:rPr lang="en-US" sz="2899" strike="noStrike" u="none">
                <a:solidFill>
                  <a:srgbClr val="000000"/>
                </a:solidFill>
                <a:latin typeface="Questrial"/>
                <a:ea typeface="Questrial"/>
                <a:cs typeface="Questrial"/>
                <a:sym typeface="Questrial"/>
              </a:rPr>
              <a:t>sa</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 p</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a conductores </a:t>
            </a:r>
            <a:r>
              <a:rPr lang="en-US" sz="2899" strike="noStrike" u="none">
                <a:solidFill>
                  <a:srgbClr val="000000"/>
                </a:solidFill>
                <a:latin typeface="Questrial"/>
                <a:ea typeface="Questrial"/>
                <a:cs typeface="Questrial"/>
                <a:sym typeface="Questrial"/>
              </a:rPr>
              <a:t>y</a:t>
            </a:r>
            <a:r>
              <a:rPr lang="en-US" sz="2899" strike="noStrike" u="none">
                <a:solidFill>
                  <a:srgbClr val="000000"/>
                </a:solidFill>
                <a:latin typeface="Questrial"/>
                <a:ea typeface="Questrial"/>
                <a:cs typeface="Questrial"/>
                <a:sym typeface="Questrial"/>
              </a:rPr>
              <a:t> a</a:t>
            </a:r>
            <a:r>
              <a:rPr lang="en-US" sz="2899" strike="noStrike" u="none">
                <a:solidFill>
                  <a:srgbClr val="000000"/>
                </a:solidFill>
                <a:latin typeface="Questrial"/>
                <a:ea typeface="Questrial"/>
                <a:cs typeface="Questrial"/>
                <a:sym typeface="Questrial"/>
              </a:rPr>
              <a:t>dm</a:t>
            </a:r>
            <a:r>
              <a:rPr lang="en-US" sz="2899" strike="noStrike" u="none">
                <a:solidFill>
                  <a:srgbClr val="000000"/>
                </a:solidFill>
                <a:latin typeface="Questrial"/>
                <a:ea typeface="Questrial"/>
                <a:cs typeface="Questrial"/>
                <a:sym typeface="Questrial"/>
              </a:rPr>
              <a:t>in</a:t>
            </a:r>
            <a:r>
              <a:rPr lang="en-US" sz="2899" strike="noStrike" u="none">
                <a:solidFill>
                  <a:srgbClr val="000000"/>
                </a:solidFill>
                <a:latin typeface="Questrial"/>
                <a:ea typeface="Questrial"/>
                <a:cs typeface="Questrial"/>
                <a:sym typeface="Questrial"/>
              </a:rPr>
              <a:t>is</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rado</a:t>
            </a:r>
            <a:r>
              <a:rPr lang="en-US" sz="2899" strike="noStrike" u="none">
                <a:solidFill>
                  <a:srgbClr val="000000"/>
                </a:solidFill>
                <a:latin typeface="Questrial"/>
                <a:ea typeface="Questrial"/>
                <a:cs typeface="Questrial"/>
                <a:sym typeface="Questrial"/>
              </a:rPr>
              <a:t>res.</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RNF-07. Co</a:t>
            </a:r>
            <a:r>
              <a:rPr lang="en-US" sz="2899" strike="noStrike" u="none">
                <a:solidFill>
                  <a:srgbClr val="000000"/>
                </a:solidFill>
                <a:latin typeface="Questrial"/>
                <a:ea typeface="Questrial"/>
                <a:cs typeface="Questrial"/>
                <a:sym typeface="Questrial"/>
              </a:rPr>
              <a:t>mp</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ti</a:t>
            </a:r>
            <a:r>
              <a:rPr lang="en-US" sz="2899" strike="noStrike" u="none">
                <a:solidFill>
                  <a:srgbClr val="000000"/>
                </a:solidFill>
                <a:latin typeface="Questrial"/>
                <a:ea typeface="Questrial"/>
                <a:cs typeface="Questrial"/>
                <a:sym typeface="Questrial"/>
              </a:rPr>
              <a:t>bilidad:</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El sistema debe ser compati</a:t>
            </a:r>
            <a:r>
              <a:rPr lang="en-US" sz="2899" strike="noStrike" u="none">
                <a:solidFill>
                  <a:srgbClr val="000000"/>
                </a:solidFill>
                <a:latin typeface="Questrial"/>
                <a:ea typeface="Questrial"/>
                <a:cs typeface="Questrial"/>
                <a:sym typeface="Questrial"/>
              </a:rPr>
              <a:t>bl</a:t>
            </a:r>
            <a:r>
              <a:rPr lang="en-US" sz="2899" strike="noStrike" u="none">
                <a:solidFill>
                  <a:srgbClr val="000000"/>
                </a:solidFill>
                <a:latin typeface="Questrial"/>
                <a:ea typeface="Questrial"/>
                <a:cs typeface="Questrial"/>
                <a:sym typeface="Questrial"/>
              </a:rPr>
              <a:t>e co</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 d</a:t>
            </a:r>
            <a:r>
              <a:rPr lang="en-US" sz="2899" strike="noStrike" u="none">
                <a:solidFill>
                  <a:srgbClr val="000000"/>
                </a:solidFill>
                <a:latin typeface="Questrial"/>
                <a:ea typeface="Questrial"/>
                <a:cs typeface="Questrial"/>
                <a:sym typeface="Questrial"/>
              </a:rPr>
              <a:t>isposi</a:t>
            </a:r>
            <a:r>
              <a:rPr lang="en-US" sz="2899" strike="noStrike" u="none">
                <a:solidFill>
                  <a:srgbClr val="000000"/>
                </a:solidFill>
                <a:latin typeface="Questrial"/>
                <a:ea typeface="Questrial"/>
                <a:cs typeface="Questrial"/>
                <a:sym typeface="Questrial"/>
              </a:rPr>
              <a:t>tivos móviles y navegadores we</a:t>
            </a:r>
            <a:r>
              <a:rPr lang="en-US" sz="2899" strike="noStrike" u="none">
                <a:solidFill>
                  <a:srgbClr val="000000"/>
                </a:solidFill>
                <a:latin typeface="Questrial"/>
                <a:ea typeface="Questrial"/>
                <a:cs typeface="Questrial"/>
                <a:sym typeface="Questrial"/>
              </a:rPr>
              <a:t>b</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RNF-08. Mante</a:t>
            </a:r>
            <a:r>
              <a:rPr lang="en-US" sz="2899" strike="noStrike" u="none">
                <a:solidFill>
                  <a:srgbClr val="000000"/>
                </a:solidFill>
                <a:latin typeface="Questrial"/>
                <a:ea typeface="Questrial"/>
                <a:cs typeface="Questrial"/>
                <a:sym typeface="Questrial"/>
              </a:rPr>
              <a:t>nibil</a:t>
            </a:r>
            <a:r>
              <a:rPr lang="en-US" sz="2899" strike="noStrike" u="none">
                <a:solidFill>
                  <a:srgbClr val="000000"/>
                </a:solidFill>
                <a:latin typeface="Questrial"/>
                <a:ea typeface="Questrial"/>
                <a:cs typeface="Questrial"/>
                <a:sym typeface="Questrial"/>
              </a:rPr>
              <a:t>idad:</a:t>
            </a: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El sistema debe p</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r</a:t>
            </a:r>
            <a:r>
              <a:rPr lang="en-US" sz="2899" strike="noStrike" u="none">
                <a:solidFill>
                  <a:srgbClr val="000000"/>
                </a:solidFill>
                <a:latin typeface="Questrial"/>
                <a:ea typeface="Questrial"/>
                <a:cs typeface="Questrial"/>
                <a:sym typeface="Questrial"/>
              </a:rPr>
              <a:t>mi</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i</a:t>
            </a:r>
            <a:r>
              <a:rPr lang="en-US" sz="2899" strike="noStrike" u="none">
                <a:solidFill>
                  <a:srgbClr val="000000"/>
                </a:solidFill>
                <a:latin typeface="Questrial"/>
                <a:ea typeface="Questrial"/>
                <a:cs typeface="Questrial"/>
                <a:sym typeface="Questrial"/>
              </a:rPr>
              <a:t>r actuali</a:t>
            </a:r>
            <a:r>
              <a:rPr lang="en-US" sz="2899" strike="noStrike" u="none">
                <a:solidFill>
                  <a:srgbClr val="000000"/>
                </a:solidFill>
                <a:latin typeface="Questrial"/>
                <a:ea typeface="Questrial"/>
                <a:cs typeface="Questrial"/>
                <a:sym typeface="Questrial"/>
              </a:rPr>
              <a:t>z</a:t>
            </a:r>
            <a:r>
              <a:rPr lang="en-US" sz="2899" strike="noStrike" u="none">
                <a:solidFill>
                  <a:srgbClr val="000000"/>
                </a:solidFill>
                <a:latin typeface="Questrial"/>
                <a:ea typeface="Questrial"/>
                <a:cs typeface="Questrial"/>
                <a:sym typeface="Questrial"/>
              </a:rPr>
              <a:t>aci</a:t>
            </a:r>
            <a:r>
              <a:rPr lang="en-US" sz="2899" strike="noStrike" u="none">
                <a:solidFill>
                  <a:srgbClr val="000000"/>
                </a:solidFill>
                <a:latin typeface="Questrial"/>
                <a:ea typeface="Questrial"/>
                <a:cs typeface="Questrial"/>
                <a:sym typeface="Questrial"/>
              </a:rPr>
              <a:t>o</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es y</a:t>
            </a:r>
            <a:r>
              <a:rPr lang="en-US" sz="2899" strike="noStrike" u="none">
                <a:solidFill>
                  <a:srgbClr val="000000"/>
                </a:solidFill>
                <a:latin typeface="Questrial"/>
                <a:ea typeface="Questrial"/>
                <a:cs typeface="Questrial"/>
                <a:sym typeface="Questrial"/>
              </a:rPr>
              <a:t> manteni</a:t>
            </a:r>
            <a:r>
              <a:rPr lang="en-US" sz="2899" strike="noStrike" u="none">
                <a:solidFill>
                  <a:srgbClr val="000000"/>
                </a:solidFill>
                <a:latin typeface="Questrial"/>
                <a:ea typeface="Questrial"/>
                <a:cs typeface="Questrial"/>
                <a:sym typeface="Questrial"/>
              </a:rPr>
              <a:t>m</a:t>
            </a:r>
            <a:r>
              <a:rPr lang="en-US" sz="2899" strike="noStrike" u="none">
                <a:solidFill>
                  <a:srgbClr val="000000"/>
                </a:solidFill>
                <a:latin typeface="Questrial"/>
                <a:ea typeface="Questrial"/>
                <a:cs typeface="Questrial"/>
                <a:sym typeface="Questrial"/>
              </a:rPr>
              <a:t>i</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n</a:t>
            </a:r>
            <a:r>
              <a:rPr lang="en-US" sz="2899" strike="noStrike" u="none">
                <a:solidFill>
                  <a:srgbClr val="000000"/>
                </a:solidFill>
                <a:latin typeface="Questrial"/>
                <a:ea typeface="Questrial"/>
                <a:cs typeface="Questrial"/>
                <a:sym typeface="Questrial"/>
              </a:rPr>
              <a:t>to</a:t>
            </a:r>
            <a:r>
              <a:rPr lang="en-US" sz="2899" strike="noStrike" u="none">
                <a:solidFill>
                  <a:srgbClr val="000000"/>
                </a:solidFill>
                <a:latin typeface="Questrial"/>
                <a:ea typeface="Questrial"/>
                <a:cs typeface="Questrial"/>
                <a:sym typeface="Questrial"/>
              </a:rPr>
              <a:t> sin afect</a:t>
            </a:r>
            <a:r>
              <a:rPr lang="en-US" sz="2899" strike="noStrike" u="none">
                <a:solidFill>
                  <a:srgbClr val="000000"/>
                </a:solidFill>
                <a:latin typeface="Questrial"/>
                <a:ea typeface="Questrial"/>
                <a:cs typeface="Questrial"/>
                <a:sym typeface="Questrial"/>
              </a:rPr>
              <a:t>a</a:t>
            </a:r>
            <a:r>
              <a:rPr lang="en-US" sz="2899" strike="noStrike" u="none">
                <a:solidFill>
                  <a:srgbClr val="000000"/>
                </a:solidFill>
                <a:latin typeface="Questrial"/>
                <a:ea typeface="Questrial"/>
                <a:cs typeface="Questrial"/>
                <a:sym typeface="Questrial"/>
              </a:rPr>
              <a:t>r e</a:t>
            </a:r>
            <a:r>
              <a:rPr lang="en-US" sz="2899" strike="noStrike" u="none">
                <a:solidFill>
                  <a:srgbClr val="000000"/>
                </a:solidFill>
                <a:latin typeface="Questrial"/>
                <a:ea typeface="Questrial"/>
                <a:cs typeface="Questrial"/>
                <a:sym typeface="Questrial"/>
              </a:rPr>
              <a:t>l</a:t>
            </a:r>
            <a:r>
              <a:rPr lang="en-US" sz="2899" strike="noStrike" u="none">
                <a:solidFill>
                  <a:srgbClr val="000000"/>
                </a:solidFill>
                <a:latin typeface="Questrial"/>
                <a:ea typeface="Questrial"/>
                <a:cs typeface="Questrial"/>
                <a:sym typeface="Questrial"/>
              </a:rPr>
              <a:t> </a:t>
            </a:r>
            <a:r>
              <a:rPr lang="en-US" sz="2899" strike="noStrike" u="none">
                <a:solidFill>
                  <a:srgbClr val="000000"/>
                </a:solidFill>
                <a:latin typeface="Questrial"/>
                <a:ea typeface="Questrial"/>
                <a:cs typeface="Questrial"/>
                <a:sym typeface="Questrial"/>
              </a:rPr>
              <a:t>s</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rvici</a:t>
            </a:r>
            <a:r>
              <a:rPr lang="en-US" sz="2899" strike="noStrike" u="none">
                <a:solidFill>
                  <a:srgbClr val="000000"/>
                </a:solidFill>
                <a:latin typeface="Questrial"/>
                <a:ea typeface="Questrial"/>
                <a:cs typeface="Questrial"/>
                <a:sym typeface="Questrial"/>
              </a:rPr>
              <a:t>o.</a:t>
            </a:r>
          </a:p>
          <a:p>
            <a:pPr algn="just" marL="0" indent="0" lvl="0">
              <a:lnSpc>
                <a:spcPts val="4059"/>
              </a:lnSpc>
              <a:spcBef>
                <a:spcPct val="0"/>
              </a:spcBef>
            </a:pPr>
          </a:p>
          <a:p>
            <a:pPr algn="just" marL="0" indent="0" lvl="0">
              <a:lnSpc>
                <a:spcPts val="405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17426" y="0"/>
            <a:ext cx="7488179" cy="4902867"/>
            <a:chOff x="0" y="0"/>
            <a:chExt cx="932068" cy="610269"/>
          </a:xfrm>
        </p:grpSpPr>
        <p:sp>
          <p:nvSpPr>
            <p:cNvPr name="Freeform 3" id="3"/>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2"/>
              <a:stretch>
                <a:fillRect l="-13441" t="0" r="-13441" b="0"/>
              </a:stretch>
            </a:blipFill>
          </p:spPr>
        </p:sp>
      </p:grpSp>
      <p:grpSp>
        <p:nvGrpSpPr>
          <p:cNvPr name="Group 4" id="4"/>
          <p:cNvGrpSpPr/>
          <p:nvPr/>
        </p:nvGrpSpPr>
        <p:grpSpPr>
          <a:xfrm rot="0">
            <a:off x="10317426" y="5384133"/>
            <a:ext cx="7488179" cy="4902867"/>
            <a:chOff x="0" y="0"/>
            <a:chExt cx="932068" cy="610269"/>
          </a:xfrm>
        </p:grpSpPr>
        <p:sp>
          <p:nvSpPr>
            <p:cNvPr name="Freeform 5" id="5"/>
            <p:cNvSpPr/>
            <p:nvPr/>
          </p:nvSpPr>
          <p:spPr>
            <a:xfrm flipH="false" flipV="false" rot="0">
              <a:off x="0" y="0"/>
              <a:ext cx="932068" cy="610269"/>
            </a:xfrm>
            <a:custGeom>
              <a:avLst/>
              <a:gdLst/>
              <a:ahLst/>
              <a:cxnLst/>
              <a:rect r="r" b="b" t="t" l="l"/>
              <a:pathLst>
                <a:path h="610269" w="932068">
                  <a:moveTo>
                    <a:pt x="0" y="0"/>
                  </a:moveTo>
                  <a:lnTo>
                    <a:pt x="932068" y="0"/>
                  </a:lnTo>
                  <a:lnTo>
                    <a:pt x="932068" y="610269"/>
                  </a:lnTo>
                  <a:lnTo>
                    <a:pt x="0" y="610269"/>
                  </a:lnTo>
                  <a:close/>
                </a:path>
              </a:pathLst>
            </a:custGeom>
            <a:blipFill>
              <a:blip r:embed="rId3"/>
              <a:stretch>
                <a:fillRect l="0" t="-45361" r="0" b="-45361"/>
              </a:stretch>
            </a:blipFill>
          </p:spPr>
        </p:sp>
      </p:grpSp>
      <p:sp>
        <p:nvSpPr>
          <p:cNvPr name="TextBox 6" id="6"/>
          <p:cNvSpPr txBox="true"/>
          <p:nvPr/>
        </p:nvSpPr>
        <p:spPr>
          <a:xfrm rot="0">
            <a:off x="1744115" y="230066"/>
            <a:ext cx="7162150" cy="798634"/>
          </a:xfrm>
          <a:prstGeom prst="rect">
            <a:avLst/>
          </a:prstGeom>
        </p:spPr>
        <p:txBody>
          <a:bodyPr anchor="t" rtlCol="false" tIns="0" lIns="0" bIns="0" rIns="0">
            <a:spAutoFit/>
          </a:bodyPr>
          <a:lstStyle/>
          <a:p>
            <a:pPr algn="l" marL="0" indent="0" lvl="0">
              <a:lnSpc>
                <a:spcPts val="6461"/>
              </a:lnSpc>
              <a:spcBef>
                <a:spcPct val="0"/>
              </a:spcBef>
            </a:pPr>
            <a:r>
              <a:rPr lang="en-US" b="true" sz="4615">
                <a:solidFill>
                  <a:srgbClr val="000000"/>
                </a:solidFill>
                <a:latin typeface="Antonio Bold"/>
                <a:ea typeface="Antonio Bold"/>
                <a:cs typeface="Antonio Bold"/>
                <a:sym typeface="Antonio Bold"/>
              </a:rPr>
              <a:t>3) R</a:t>
            </a:r>
            <a:r>
              <a:rPr lang="en-US" b="true" sz="4615" u="none">
                <a:solidFill>
                  <a:srgbClr val="000000"/>
                </a:solidFill>
                <a:latin typeface="Antonio Bold"/>
                <a:ea typeface="Antonio Bold"/>
                <a:cs typeface="Antonio Bold"/>
                <a:sym typeface="Antonio Bold"/>
              </a:rPr>
              <a:t>EQUISITOS DE DOMINIO</a:t>
            </a:r>
          </a:p>
        </p:txBody>
      </p:sp>
      <p:sp>
        <p:nvSpPr>
          <p:cNvPr name="TextBox 7" id="7"/>
          <p:cNvSpPr txBox="true"/>
          <p:nvPr/>
        </p:nvSpPr>
        <p:spPr>
          <a:xfrm rot="0">
            <a:off x="265131" y="962025"/>
            <a:ext cx="9548618" cy="9765665"/>
          </a:xfrm>
          <a:prstGeom prst="rect">
            <a:avLst/>
          </a:prstGeom>
        </p:spPr>
        <p:txBody>
          <a:bodyPr anchor="t" rtlCol="false" tIns="0" lIns="0" bIns="0" rIns="0">
            <a:spAutoFit/>
          </a:bodyPr>
          <a:lstStyle/>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RD-01. Las </a:t>
            </a:r>
            <a:r>
              <a:rPr lang="en-US" sz="2899" strike="noStrike" u="none">
                <a:solidFill>
                  <a:srgbClr val="000000"/>
                </a:solidFill>
                <a:latin typeface="Questrial"/>
                <a:ea typeface="Questrial"/>
                <a:cs typeface="Questrial"/>
                <a:sym typeface="Questrial"/>
              </a:rPr>
              <a:t>ru</a:t>
            </a:r>
            <a:r>
              <a:rPr lang="en-US" sz="2899" strike="noStrike" u="none">
                <a:solidFill>
                  <a:srgbClr val="000000"/>
                </a:solidFill>
                <a:latin typeface="Questrial"/>
                <a:ea typeface="Questrial"/>
                <a:cs typeface="Questrial"/>
                <a:sym typeface="Questrial"/>
              </a:rPr>
              <a:t>tas deben es</a:t>
            </a:r>
            <a:r>
              <a:rPr lang="en-US" sz="2899" strike="noStrike" u="none">
                <a:solidFill>
                  <a:srgbClr val="000000"/>
                </a:solidFill>
                <a:latin typeface="Questrial"/>
                <a:ea typeface="Questrial"/>
                <a:cs typeface="Questrial"/>
                <a:sym typeface="Questrial"/>
              </a:rPr>
              <a:t>tar</a:t>
            </a:r>
            <a:r>
              <a:rPr lang="en-US" sz="2899" strike="noStrike" u="none">
                <a:solidFill>
                  <a:srgbClr val="000000"/>
                </a:solidFill>
                <a:latin typeface="Questrial"/>
                <a:ea typeface="Questrial"/>
                <a:cs typeface="Questrial"/>
                <a:sym typeface="Questrial"/>
              </a:rPr>
              <a:t> predefinidas y no</a:t>
            </a:r>
            <a:r>
              <a:rPr lang="en-US" sz="2899" strike="noStrike" u="none">
                <a:solidFill>
                  <a:srgbClr val="000000"/>
                </a:solidFill>
                <a:latin typeface="Questrial"/>
                <a:ea typeface="Questrial"/>
                <a:cs typeface="Questrial"/>
                <a:sym typeface="Questrial"/>
              </a:rPr>
              <a:t> puede</a:t>
            </a:r>
            <a:r>
              <a:rPr lang="en-US" sz="2899" strike="noStrike" u="none">
                <a:solidFill>
                  <a:srgbClr val="000000"/>
                </a:solidFill>
                <a:latin typeface="Questrial"/>
                <a:ea typeface="Questrial"/>
                <a:cs typeface="Questrial"/>
                <a:sym typeface="Questrial"/>
              </a:rPr>
              <a:t>n modifi</a:t>
            </a:r>
            <a:r>
              <a:rPr lang="en-US" sz="2899" strike="noStrike" u="none">
                <a:solidFill>
                  <a:srgbClr val="000000"/>
                </a:solidFill>
                <a:latin typeface="Questrial"/>
                <a:ea typeface="Questrial"/>
                <a:cs typeface="Questrial"/>
                <a:sym typeface="Questrial"/>
              </a:rPr>
              <a:t>carse</a:t>
            </a:r>
            <a:r>
              <a:rPr lang="en-US" sz="2899" strike="noStrike" u="none">
                <a:solidFill>
                  <a:srgbClr val="000000"/>
                </a:solidFill>
                <a:latin typeface="Questrial"/>
                <a:ea typeface="Questrial"/>
                <a:cs typeface="Questrial"/>
                <a:sym typeface="Questrial"/>
              </a:rPr>
              <a:t> durante un</a:t>
            </a:r>
            <a:r>
              <a:rPr lang="en-US" sz="2899" strike="noStrike" u="none">
                <a:solidFill>
                  <a:srgbClr val="000000"/>
                </a:solidFill>
                <a:latin typeface="Questrial"/>
                <a:ea typeface="Questrial"/>
                <a:cs typeface="Questrial"/>
                <a:sym typeface="Questrial"/>
              </a:rPr>
              <a:t> recorr</a:t>
            </a:r>
            <a:r>
              <a:rPr lang="en-US" sz="2899" strike="noStrike" u="none">
                <a:solidFill>
                  <a:srgbClr val="000000"/>
                </a:solidFill>
                <a:latin typeface="Questrial"/>
                <a:ea typeface="Questrial"/>
                <a:cs typeface="Questrial"/>
                <a:sym typeface="Questrial"/>
              </a:rPr>
              <a:t>id</a:t>
            </a:r>
            <a:r>
              <a:rPr lang="en-US" sz="2899" strike="noStrike" u="none">
                <a:solidFill>
                  <a:srgbClr val="000000"/>
                </a:solidFill>
                <a:latin typeface="Questrial"/>
                <a:ea typeface="Questrial"/>
                <a:cs typeface="Questrial"/>
                <a:sym typeface="Questrial"/>
              </a:rPr>
              <a:t>o</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RD-02. Los </a:t>
            </a:r>
            <a:r>
              <a:rPr lang="en-US" sz="2899" strike="noStrike" u="none">
                <a:solidFill>
                  <a:srgbClr val="000000"/>
                </a:solidFill>
                <a:latin typeface="Questrial"/>
                <a:ea typeface="Questrial"/>
                <a:cs typeface="Questrial"/>
                <a:sym typeface="Questrial"/>
              </a:rPr>
              <a:t>ho</a:t>
            </a:r>
            <a:r>
              <a:rPr lang="en-US" sz="2899" strike="noStrike" u="none">
                <a:solidFill>
                  <a:srgbClr val="000000"/>
                </a:solidFill>
                <a:latin typeface="Questrial"/>
                <a:ea typeface="Questrial"/>
                <a:cs typeface="Questrial"/>
                <a:sym typeface="Questrial"/>
              </a:rPr>
              <a:t>rarios deben respetarse co</a:t>
            </a:r>
            <a:r>
              <a:rPr lang="en-US" sz="2899" strike="noStrike" u="none">
                <a:solidFill>
                  <a:srgbClr val="000000"/>
                </a:solidFill>
                <a:latin typeface="Questrial"/>
                <a:ea typeface="Questrial"/>
                <a:cs typeface="Questrial"/>
                <a:sym typeface="Questrial"/>
              </a:rPr>
              <a:t>n </a:t>
            </a:r>
            <a:r>
              <a:rPr lang="en-US" sz="2899" strike="noStrike" u="none">
                <a:solidFill>
                  <a:srgbClr val="000000"/>
                </a:solidFill>
                <a:latin typeface="Questrial"/>
                <a:ea typeface="Questrial"/>
                <a:cs typeface="Questrial"/>
                <a:sym typeface="Questrial"/>
              </a:rPr>
              <a:t>una </a:t>
            </a:r>
            <a:r>
              <a:rPr lang="en-US" sz="2899" strike="noStrike" u="none">
                <a:solidFill>
                  <a:srgbClr val="000000"/>
                </a:solidFill>
                <a:latin typeface="Questrial"/>
                <a:ea typeface="Questrial"/>
                <a:cs typeface="Questrial"/>
                <a:sym typeface="Questrial"/>
              </a:rPr>
              <a:t>toleranci</a:t>
            </a:r>
            <a:r>
              <a:rPr lang="en-US" sz="2899" strike="noStrike" u="none">
                <a:solidFill>
                  <a:srgbClr val="000000"/>
                </a:solidFill>
                <a:latin typeface="Questrial"/>
                <a:ea typeface="Questrial"/>
                <a:cs typeface="Questrial"/>
                <a:sym typeface="Questrial"/>
              </a:rPr>
              <a:t>a máxim</a:t>
            </a:r>
            <a:r>
              <a:rPr lang="en-US" sz="2899" strike="noStrike" u="none">
                <a:solidFill>
                  <a:srgbClr val="000000"/>
                </a:solidFill>
                <a:latin typeface="Questrial"/>
                <a:ea typeface="Questrial"/>
                <a:cs typeface="Questrial"/>
                <a:sym typeface="Questrial"/>
              </a:rPr>
              <a:t>a </a:t>
            </a:r>
            <a:r>
              <a:rPr lang="en-US" sz="2899" strike="noStrike" u="none">
                <a:solidFill>
                  <a:srgbClr val="000000"/>
                </a:solidFill>
                <a:latin typeface="Questrial"/>
                <a:ea typeface="Questrial"/>
                <a:cs typeface="Questrial"/>
                <a:sym typeface="Questrial"/>
              </a:rPr>
              <a:t>de 10 </a:t>
            </a:r>
            <a:r>
              <a:rPr lang="en-US" sz="2899" strike="noStrike" u="none">
                <a:solidFill>
                  <a:srgbClr val="000000"/>
                </a:solidFill>
                <a:latin typeface="Questrial"/>
                <a:ea typeface="Questrial"/>
                <a:cs typeface="Questrial"/>
                <a:sym typeface="Questrial"/>
              </a:rPr>
              <a:t>m</a:t>
            </a:r>
            <a:r>
              <a:rPr lang="en-US" sz="2899" strike="noStrike" u="none">
                <a:solidFill>
                  <a:srgbClr val="000000"/>
                </a:solidFill>
                <a:latin typeface="Questrial"/>
                <a:ea typeface="Questrial"/>
                <a:cs typeface="Questrial"/>
                <a:sym typeface="Questrial"/>
              </a:rPr>
              <a:t>inut</a:t>
            </a:r>
            <a:r>
              <a:rPr lang="en-US" sz="2899" strike="noStrike" u="none">
                <a:solidFill>
                  <a:srgbClr val="000000"/>
                </a:solidFill>
                <a:latin typeface="Questrial"/>
                <a:ea typeface="Questrial"/>
                <a:cs typeface="Questrial"/>
                <a:sym typeface="Questrial"/>
              </a:rPr>
              <a:t>o</a:t>
            </a:r>
            <a:r>
              <a:rPr lang="en-US" sz="2899" strike="noStrike" u="none">
                <a:solidFill>
                  <a:srgbClr val="000000"/>
                </a:solidFill>
                <a:latin typeface="Questrial"/>
                <a:ea typeface="Questrial"/>
                <a:cs typeface="Questrial"/>
                <a:sym typeface="Questrial"/>
              </a:rPr>
              <a:t>s.</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RD-03. El m</a:t>
            </a:r>
            <a:r>
              <a:rPr lang="en-US" sz="2899" strike="noStrike" u="none">
                <a:solidFill>
                  <a:srgbClr val="000000"/>
                </a:solidFill>
                <a:latin typeface="Questrial"/>
                <a:ea typeface="Questrial"/>
                <a:cs typeface="Questrial"/>
                <a:sym typeface="Questrial"/>
              </a:rPr>
              <a:t>oni</a:t>
            </a:r>
            <a:r>
              <a:rPr lang="en-US" sz="2899" strike="noStrike" u="none">
                <a:solidFill>
                  <a:srgbClr val="000000"/>
                </a:solidFill>
                <a:latin typeface="Questrial"/>
                <a:ea typeface="Questrial"/>
                <a:cs typeface="Questrial"/>
                <a:sym typeface="Questrial"/>
              </a:rPr>
              <a:t>t</a:t>
            </a:r>
            <a:r>
              <a:rPr lang="en-US" sz="2899" strike="noStrike" u="none">
                <a:solidFill>
                  <a:srgbClr val="000000"/>
                </a:solidFill>
                <a:latin typeface="Questrial"/>
                <a:ea typeface="Questrial"/>
                <a:cs typeface="Questrial"/>
                <a:sym typeface="Questrial"/>
              </a:rPr>
              <a:t>oreo de un</a:t>
            </a:r>
            <a:r>
              <a:rPr lang="en-US" sz="2899" strike="noStrike" u="none">
                <a:solidFill>
                  <a:srgbClr val="000000"/>
                </a:solidFill>
                <a:latin typeface="Questrial"/>
                <a:ea typeface="Questrial"/>
                <a:cs typeface="Questrial"/>
                <a:sym typeface="Questrial"/>
              </a:rPr>
              <a:t>idades </a:t>
            </a:r>
            <a:r>
              <a:rPr lang="en-US" sz="2899" strike="noStrike" u="none">
                <a:solidFill>
                  <a:srgbClr val="000000"/>
                </a:solidFill>
                <a:latin typeface="Questrial"/>
                <a:ea typeface="Questrial"/>
                <a:cs typeface="Questrial"/>
                <a:sym typeface="Questrial"/>
              </a:rPr>
              <a:t>so</a:t>
            </a:r>
            <a:r>
              <a:rPr lang="en-US" sz="2899" strike="noStrike" u="none">
                <a:solidFill>
                  <a:srgbClr val="000000"/>
                </a:solidFill>
                <a:latin typeface="Questrial"/>
                <a:ea typeface="Questrial"/>
                <a:cs typeface="Questrial"/>
                <a:sym typeface="Questrial"/>
              </a:rPr>
              <a:t>lo puede ser realizado por </a:t>
            </a:r>
            <a:r>
              <a:rPr lang="en-US" sz="2899" strike="noStrike" u="none">
                <a:solidFill>
                  <a:srgbClr val="000000"/>
                </a:solidFill>
                <a:latin typeface="Questrial"/>
                <a:ea typeface="Questrial"/>
                <a:cs typeface="Questrial"/>
                <a:sym typeface="Questrial"/>
              </a:rPr>
              <a:t>pers</a:t>
            </a:r>
            <a:r>
              <a:rPr lang="en-US" sz="2899" strike="noStrike" u="none">
                <a:solidFill>
                  <a:srgbClr val="000000"/>
                </a:solidFill>
                <a:latin typeface="Questrial"/>
                <a:ea typeface="Questrial"/>
                <a:cs typeface="Questrial"/>
                <a:sym typeface="Questrial"/>
              </a:rPr>
              <a:t>onal autorizado.</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RD-04. Los datos históricos deben cons</a:t>
            </a:r>
            <a:r>
              <a:rPr lang="en-US" sz="2899" strike="noStrike" u="none">
                <a:solidFill>
                  <a:srgbClr val="000000"/>
                </a:solidFill>
                <a:latin typeface="Questrial"/>
                <a:ea typeface="Questrial"/>
                <a:cs typeface="Questrial"/>
                <a:sym typeface="Questrial"/>
              </a:rPr>
              <a:t>e</a:t>
            </a:r>
            <a:r>
              <a:rPr lang="en-US" sz="2899" strike="noStrike" u="none">
                <a:solidFill>
                  <a:srgbClr val="000000"/>
                </a:solidFill>
                <a:latin typeface="Questrial"/>
                <a:ea typeface="Questrial"/>
                <a:cs typeface="Questrial"/>
                <a:sym typeface="Questrial"/>
              </a:rPr>
              <a:t>rvarse para análisi</a:t>
            </a:r>
            <a:r>
              <a:rPr lang="en-US" sz="2899" strike="noStrike" u="none">
                <a:solidFill>
                  <a:srgbClr val="000000"/>
                </a:solidFill>
                <a:latin typeface="Questrial"/>
                <a:ea typeface="Questrial"/>
                <a:cs typeface="Questrial"/>
                <a:sym typeface="Questrial"/>
              </a:rPr>
              <a:t>s y</a:t>
            </a:r>
            <a:r>
              <a:rPr lang="en-US" sz="2899" strike="noStrike" u="none">
                <a:solidFill>
                  <a:srgbClr val="000000"/>
                </a:solidFill>
                <a:latin typeface="Questrial"/>
                <a:ea typeface="Questrial"/>
                <a:cs typeface="Questrial"/>
                <a:sym typeface="Questrial"/>
              </a:rPr>
              <a:t> predicciones futura</a:t>
            </a:r>
            <a:r>
              <a:rPr lang="en-US" sz="2899" strike="noStrike" u="none">
                <a:solidFill>
                  <a:srgbClr val="000000"/>
                </a:solidFill>
                <a:latin typeface="Questrial"/>
                <a:ea typeface="Questrial"/>
                <a:cs typeface="Questrial"/>
                <a:sym typeface="Questrial"/>
              </a:rPr>
              <a:t>s</a:t>
            </a:r>
            <a:r>
              <a:rPr lang="en-US" sz="2899" strike="noStrike" u="none">
                <a:solidFill>
                  <a:srgbClr val="000000"/>
                </a:solidFill>
                <a:latin typeface="Questrial"/>
                <a:ea typeface="Questrial"/>
                <a:cs typeface="Questrial"/>
                <a:sym typeface="Questrial"/>
              </a:rPr>
              <a:t>.</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RD-05. La base de datos pertenece exclusivamente al cliente del sistema.</a:t>
            </a:r>
          </a:p>
          <a:p>
            <a:pPr algn="just" marL="0" indent="0" lvl="0">
              <a:lnSpc>
                <a:spcPts val="4059"/>
              </a:lnSpc>
              <a:spcBef>
                <a:spcPct val="0"/>
              </a:spcBef>
            </a:pPr>
          </a:p>
          <a:p>
            <a:pPr algn="just" marL="0" indent="0" lvl="0">
              <a:lnSpc>
                <a:spcPts val="4059"/>
              </a:lnSpc>
              <a:spcBef>
                <a:spcPct val="0"/>
              </a:spcBef>
            </a:pPr>
            <a:r>
              <a:rPr lang="en-US" sz="2899" strike="noStrike" u="none">
                <a:solidFill>
                  <a:srgbClr val="000000"/>
                </a:solidFill>
                <a:latin typeface="Questrial"/>
                <a:ea typeface="Questrial"/>
                <a:cs typeface="Questrial"/>
                <a:sym typeface="Questrial"/>
              </a:rPr>
              <a:t>RD-06. El sistema debe cumplir con las normas operativas del transporte urbano o privado.</a:t>
            </a:r>
          </a:p>
          <a:p>
            <a:pPr algn="just" marL="0" indent="0" lvl="0">
              <a:lnSpc>
                <a:spcPts val="4059"/>
              </a:lnSpc>
              <a:spcBef>
                <a:spcPct val="0"/>
              </a:spcBef>
            </a:pPr>
          </a:p>
          <a:p>
            <a:pPr algn="just" marL="0" indent="0" lvl="0">
              <a:lnSpc>
                <a:spcPts val="40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829425" y="447675"/>
            <a:ext cx="8115300" cy="1038224"/>
          </a:xfrm>
          <a:prstGeom prst="rect">
            <a:avLst/>
          </a:prstGeom>
        </p:spPr>
        <p:txBody>
          <a:bodyPr anchor="t" rtlCol="false" tIns="0" lIns="0" bIns="0" rIns="0">
            <a:spAutoFit/>
          </a:bodyPr>
          <a:lstStyle/>
          <a:p>
            <a:pPr algn="l" marL="0" indent="0" lvl="0">
              <a:lnSpc>
                <a:spcPts val="8400"/>
              </a:lnSpc>
              <a:spcBef>
                <a:spcPct val="0"/>
              </a:spcBef>
            </a:pPr>
            <a:r>
              <a:rPr lang="en-US" b="true" sz="6000" strike="noStrike" u="none">
                <a:solidFill>
                  <a:srgbClr val="000000"/>
                </a:solidFill>
                <a:latin typeface="Antonio Bold"/>
                <a:ea typeface="Antonio Bold"/>
                <a:cs typeface="Antonio Bold"/>
                <a:sym typeface="Antonio Bold"/>
              </a:rPr>
              <a:t>CONCLUSIÓN</a:t>
            </a:r>
          </a:p>
        </p:txBody>
      </p:sp>
      <p:sp>
        <p:nvSpPr>
          <p:cNvPr name="TextBox 3" id="3"/>
          <p:cNvSpPr txBox="true"/>
          <p:nvPr/>
        </p:nvSpPr>
        <p:spPr>
          <a:xfrm rot="0">
            <a:off x="2800350" y="1786890"/>
            <a:ext cx="11434336" cy="6656070"/>
          </a:xfrm>
          <a:prstGeom prst="rect">
            <a:avLst/>
          </a:prstGeom>
        </p:spPr>
        <p:txBody>
          <a:bodyPr anchor="t" rtlCol="false" tIns="0" lIns="0" bIns="0" rIns="0">
            <a:spAutoFit/>
          </a:bodyPr>
          <a:lstStyle/>
          <a:p>
            <a:pPr algn="just" marL="0" indent="0" lvl="0">
              <a:lnSpc>
                <a:spcPts val="3779"/>
              </a:lnSpc>
              <a:spcBef>
                <a:spcPct val="0"/>
              </a:spcBef>
            </a:pPr>
            <a:r>
              <a:rPr lang="en-US" sz="2699">
                <a:solidFill>
                  <a:srgbClr val="000000"/>
                </a:solidFill>
                <a:latin typeface="Questrial"/>
                <a:ea typeface="Questrial"/>
                <a:cs typeface="Questrial"/>
                <a:sym typeface="Questrial"/>
              </a:rPr>
              <a:t>Ant</a:t>
            </a:r>
            <a:r>
              <a:rPr lang="en-US" sz="2699" strike="noStrike" u="none">
                <a:solidFill>
                  <a:srgbClr val="000000"/>
                </a:solidFill>
                <a:latin typeface="Questrial"/>
                <a:ea typeface="Questrial"/>
                <a:cs typeface="Questrial"/>
                <a:sym typeface="Questrial"/>
              </a:rPr>
              <a:t>e </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sta necesi</a:t>
            </a:r>
            <a:r>
              <a:rPr lang="en-US" sz="2699" strike="noStrike" u="none">
                <a:solidFill>
                  <a:srgbClr val="000000"/>
                </a:solidFill>
                <a:latin typeface="Questrial"/>
                <a:ea typeface="Questrial"/>
                <a:cs typeface="Questrial"/>
                <a:sym typeface="Questrial"/>
              </a:rPr>
              <a:t>dad,</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s</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 p</a:t>
            </a:r>
            <a:r>
              <a:rPr lang="en-US" sz="2699" strike="noStrike" u="none">
                <a:solidFill>
                  <a:srgbClr val="000000"/>
                </a:solidFill>
                <a:latin typeface="Questrial"/>
                <a:ea typeface="Questrial"/>
                <a:cs typeface="Questrial"/>
                <a:sym typeface="Questrial"/>
              </a:rPr>
              <a:t>l</a:t>
            </a:r>
            <a:r>
              <a:rPr lang="en-US" sz="2699" strike="noStrike" u="none">
                <a:solidFill>
                  <a:srgbClr val="000000"/>
                </a:solidFill>
                <a:latin typeface="Questrial"/>
                <a:ea typeface="Questrial"/>
                <a:cs typeface="Questrial"/>
                <a:sym typeface="Questrial"/>
              </a:rPr>
              <a:t>an</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ea</a:t>
            </a:r>
            <a:r>
              <a:rPr lang="en-US" sz="2699" strike="noStrike" u="none">
                <a:solidFill>
                  <a:srgbClr val="000000"/>
                </a:solidFill>
                <a:latin typeface="Questrial"/>
                <a:ea typeface="Questrial"/>
                <a:cs typeface="Questrial"/>
                <a:sym typeface="Questrial"/>
              </a:rPr>
              <a:t> e</a:t>
            </a:r>
            <a:r>
              <a:rPr lang="en-US" sz="2699" strike="noStrike" u="none">
                <a:solidFill>
                  <a:srgbClr val="000000"/>
                </a:solidFill>
                <a:latin typeface="Questrial"/>
                <a:ea typeface="Questrial"/>
                <a:cs typeface="Questrial"/>
                <a:sym typeface="Questrial"/>
              </a:rPr>
              <a:t>l d</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s</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rrollo</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d</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 un </a:t>
            </a:r>
            <a:r>
              <a:rPr lang="en-US" sz="2699" strike="noStrike" u="none">
                <a:solidFill>
                  <a:srgbClr val="000000"/>
                </a:solidFill>
                <a:latin typeface="Questrial"/>
                <a:ea typeface="Questrial"/>
                <a:cs typeface="Questrial"/>
                <a:sym typeface="Questrial"/>
              </a:rPr>
              <a:t>s</a:t>
            </a:r>
            <a:r>
              <a:rPr lang="en-US" sz="2699" strike="noStrike" u="none">
                <a:solidFill>
                  <a:srgbClr val="000000"/>
                </a:solidFill>
                <a:latin typeface="Questrial"/>
                <a:ea typeface="Questrial"/>
                <a:cs typeface="Questrial"/>
                <a:sym typeface="Questrial"/>
              </a:rPr>
              <a:t>of</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w</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re</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cap</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z</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d</a:t>
            </a:r>
            <a:r>
              <a:rPr lang="en-US" sz="2699" strike="noStrike" u="none">
                <a:solidFill>
                  <a:srgbClr val="000000"/>
                </a:solidFill>
                <a:latin typeface="Questrial"/>
                <a:ea typeface="Questrial"/>
                <a:cs typeface="Questrial"/>
                <a:sym typeface="Questrial"/>
              </a:rPr>
              <a:t>e </a:t>
            </a:r>
            <a:r>
              <a:rPr lang="en-US" sz="2699" strike="noStrike" u="none">
                <a:solidFill>
                  <a:srgbClr val="000000"/>
                </a:solidFill>
                <a:latin typeface="Questrial"/>
                <a:ea typeface="Questrial"/>
                <a:cs typeface="Questrial"/>
                <a:sym typeface="Questrial"/>
              </a:rPr>
              <a:t>oper</a:t>
            </a:r>
            <a:r>
              <a:rPr lang="en-US" sz="2699" strike="noStrike" u="none">
                <a:solidFill>
                  <a:srgbClr val="000000"/>
                </a:solidFill>
                <a:latin typeface="Questrial"/>
                <a:ea typeface="Questrial"/>
                <a:cs typeface="Questrial"/>
                <a:sym typeface="Questrial"/>
              </a:rPr>
              <a:t>ar </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nto en </a:t>
            </a:r>
            <a:r>
              <a:rPr lang="en-US" sz="2699" strike="noStrike" u="none">
                <a:solidFill>
                  <a:srgbClr val="000000"/>
                </a:solidFill>
                <a:latin typeface="Questrial"/>
                <a:ea typeface="Questrial"/>
                <a:cs typeface="Questrial"/>
                <a:sym typeface="Questrial"/>
              </a:rPr>
              <a:t>m</a:t>
            </a:r>
            <a:r>
              <a:rPr lang="en-US" sz="2699" strike="noStrike" u="none">
                <a:solidFill>
                  <a:srgbClr val="000000"/>
                </a:solidFill>
                <a:latin typeface="Questrial"/>
                <a:ea typeface="Questrial"/>
                <a:cs typeface="Questrial"/>
                <a:sym typeface="Questrial"/>
              </a:rPr>
              <a:t>odo</a:t>
            </a:r>
            <a:r>
              <a:rPr lang="en-US" sz="2699" strike="noStrike" u="none">
                <a:solidFill>
                  <a:srgbClr val="000000"/>
                </a:solidFill>
                <a:latin typeface="Questrial"/>
                <a:ea typeface="Questrial"/>
                <a:cs typeface="Questrial"/>
                <a:sym typeface="Questrial"/>
              </a:rPr>
              <a:t> en</a:t>
            </a:r>
            <a:r>
              <a:rPr lang="en-US" sz="2699" strike="noStrike" u="none">
                <a:solidFill>
                  <a:srgbClr val="000000"/>
                </a:solidFill>
                <a:latin typeface="Questrial"/>
                <a:ea typeface="Questrial"/>
                <a:cs typeface="Questrial"/>
                <a:sym typeface="Questrial"/>
              </a:rPr>
              <a:t> lín</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co</a:t>
            </a:r>
            <a:r>
              <a:rPr lang="en-US" sz="2699" strike="noStrike" u="none">
                <a:solidFill>
                  <a:srgbClr val="000000"/>
                </a:solidFill>
                <a:latin typeface="Questrial"/>
                <a:ea typeface="Questrial"/>
                <a:cs typeface="Questrial"/>
                <a:sym typeface="Questrial"/>
              </a:rPr>
              <a:t>mo</a:t>
            </a:r>
            <a:r>
              <a:rPr lang="en-US" sz="2699" strike="noStrike" u="none">
                <a:solidFill>
                  <a:srgbClr val="000000"/>
                </a:solidFill>
                <a:latin typeface="Questrial"/>
                <a:ea typeface="Questrial"/>
                <a:cs typeface="Questrial"/>
                <a:sym typeface="Questrial"/>
              </a:rPr>
              <a:t> off</a:t>
            </a:r>
            <a:r>
              <a:rPr lang="en-US" sz="2699" strike="noStrike" u="none">
                <a:solidFill>
                  <a:srgbClr val="000000"/>
                </a:solidFill>
                <a:latin typeface="Questrial"/>
                <a:ea typeface="Questrial"/>
                <a:cs typeface="Questrial"/>
                <a:sym typeface="Questrial"/>
              </a:rPr>
              <a:t>l</a:t>
            </a:r>
            <a:r>
              <a:rPr lang="en-US" sz="2699" strike="noStrike" u="none">
                <a:solidFill>
                  <a:srgbClr val="000000"/>
                </a:solidFill>
                <a:latin typeface="Questrial"/>
                <a:ea typeface="Questrial"/>
                <a:cs typeface="Questrial"/>
                <a:sym typeface="Questrial"/>
              </a:rPr>
              <a:t>ine, </a:t>
            </a:r>
            <a:r>
              <a:rPr lang="en-US" sz="2699" strike="noStrike" u="none">
                <a:solidFill>
                  <a:srgbClr val="000000"/>
                </a:solidFill>
                <a:latin typeface="Questrial"/>
                <a:ea typeface="Questrial"/>
                <a:cs typeface="Questrial"/>
                <a:sym typeface="Questrial"/>
              </a:rPr>
              <a:t>i</a:t>
            </a:r>
            <a:r>
              <a:rPr lang="en-US" sz="2699" strike="noStrike" u="none">
                <a:solidFill>
                  <a:srgbClr val="000000"/>
                </a:solidFill>
                <a:latin typeface="Questrial"/>
                <a:ea typeface="Questrial"/>
                <a:cs typeface="Questrial"/>
                <a:sym typeface="Questrial"/>
              </a:rPr>
              <a:t>ntegrando</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tecno</a:t>
            </a:r>
            <a:r>
              <a:rPr lang="en-US" sz="2699" strike="noStrike" u="none">
                <a:solidFill>
                  <a:srgbClr val="000000"/>
                </a:solidFill>
                <a:latin typeface="Questrial"/>
                <a:ea typeface="Questrial"/>
                <a:cs typeface="Questrial"/>
                <a:sym typeface="Questrial"/>
              </a:rPr>
              <a:t>l</a:t>
            </a:r>
            <a:r>
              <a:rPr lang="en-US" sz="2699" strike="noStrike" u="none">
                <a:solidFill>
                  <a:srgbClr val="000000"/>
                </a:solidFill>
                <a:latin typeface="Questrial"/>
                <a:ea typeface="Questrial"/>
                <a:cs typeface="Questrial"/>
                <a:sym typeface="Questrial"/>
              </a:rPr>
              <a:t>ogí</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s co</a:t>
            </a:r>
            <a:r>
              <a:rPr lang="en-US" sz="2699" strike="noStrike" u="none">
                <a:solidFill>
                  <a:srgbClr val="000000"/>
                </a:solidFill>
                <a:latin typeface="Questrial"/>
                <a:ea typeface="Questrial"/>
                <a:cs typeface="Questrial"/>
                <a:sym typeface="Questrial"/>
              </a:rPr>
              <a:t>m</a:t>
            </a:r>
            <a:r>
              <a:rPr lang="en-US" sz="2699" strike="noStrike" u="none">
                <a:solidFill>
                  <a:srgbClr val="000000"/>
                </a:solidFill>
                <a:latin typeface="Questrial"/>
                <a:ea typeface="Questrial"/>
                <a:cs typeface="Questrial"/>
                <a:sym typeface="Questrial"/>
              </a:rPr>
              <a:t>o GPS, </a:t>
            </a:r>
            <a:r>
              <a:rPr lang="en-US" sz="2699" strike="noStrike" u="none">
                <a:solidFill>
                  <a:srgbClr val="000000"/>
                </a:solidFill>
                <a:latin typeface="Questrial"/>
                <a:ea typeface="Questrial"/>
                <a:cs typeface="Questrial"/>
                <a:sym typeface="Questrial"/>
              </a:rPr>
              <a:t>co</a:t>
            </a:r>
            <a:r>
              <a:rPr lang="en-US" sz="2699" strike="noStrike" u="none">
                <a:solidFill>
                  <a:srgbClr val="000000"/>
                </a:solidFill>
                <a:latin typeface="Questrial"/>
                <a:ea typeface="Questrial"/>
                <a:cs typeface="Questrial"/>
                <a:sym typeface="Questrial"/>
              </a:rPr>
              <a:t>n</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xión</a:t>
            </a:r>
            <a:r>
              <a:rPr lang="en-US" sz="2699" strike="noStrike" u="none">
                <a:solidFill>
                  <a:srgbClr val="000000"/>
                </a:solidFill>
                <a:latin typeface="Questrial"/>
                <a:ea typeface="Questrial"/>
                <a:cs typeface="Questrial"/>
                <a:sym typeface="Questrial"/>
              </a:rPr>
              <a:t> co</a:t>
            </a:r>
            <a:r>
              <a:rPr lang="en-US" sz="2699" strike="noStrike" u="none">
                <a:solidFill>
                  <a:srgbClr val="000000"/>
                </a:solidFill>
                <a:latin typeface="Questrial"/>
                <a:ea typeface="Questrial"/>
                <a:cs typeface="Questrial"/>
                <a:sym typeface="Questrial"/>
              </a:rPr>
              <a:t>n G</a:t>
            </a:r>
            <a:r>
              <a:rPr lang="en-US" sz="2699" strike="noStrike" u="none">
                <a:solidFill>
                  <a:srgbClr val="000000"/>
                </a:solidFill>
                <a:latin typeface="Questrial"/>
                <a:ea typeface="Questrial"/>
                <a:cs typeface="Questrial"/>
                <a:sym typeface="Questrial"/>
              </a:rPr>
              <a:t>oo</a:t>
            </a:r>
            <a:r>
              <a:rPr lang="en-US" sz="2699" strike="noStrike" u="none">
                <a:solidFill>
                  <a:srgbClr val="000000"/>
                </a:solidFill>
                <a:latin typeface="Questrial"/>
                <a:ea typeface="Questrial"/>
                <a:cs typeface="Questrial"/>
                <a:sym typeface="Questrial"/>
              </a:rPr>
              <a:t>gle</a:t>
            </a:r>
            <a:r>
              <a:rPr lang="en-US" sz="2699" strike="noStrike" u="none">
                <a:solidFill>
                  <a:srgbClr val="000000"/>
                </a:solidFill>
                <a:latin typeface="Questrial"/>
                <a:ea typeface="Questrial"/>
                <a:cs typeface="Questrial"/>
                <a:sym typeface="Questrial"/>
              </a:rPr>
              <a:t> Ma</a:t>
            </a:r>
            <a:r>
              <a:rPr lang="en-US" sz="2699" strike="noStrike" u="none">
                <a:solidFill>
                  <a:srgbClr val="000000"/>
                </a:solidFill>
                <a:latin typeface="Questrial"/>
                <a:ea typeface="Questrial"/>
                <a:cs typeface="Questrial"/>
                <a:sym typeface="Questrial"/>
              </a:rPr>
              <a:t>p</a:t>
            </a:r>
            <a:r>
              <a:rPr lang="en-US" sz="2699" strike="noStrike" u="none">
                <a:solidFill>
                  <a:srgbClr val="000000"/>
                </a:solidFill>
                <a:latin typeface="Questrial"/>
                <a:ea typeface="Questrial"/>
                <a:cs typeface="Questrial"/>
                <a:sym typeface="Questrial"/>
              </a:rPr>
              <a:t>s </a:t>
            </a:r>
            <a:r>
              <a:rPr lang="en-US" sz="2699" strike="noStrike" u="none">
                <a:solidFill>
                  <a:srgbClr val="000000"/>
                </a:solidFill>
                <a:latin typeface="Questrial"/>
                <a:ea typeface="Questrial"/>
                <a:cs typeface="Questrial"/>
                <a:sym typeface="Questrial"/>
              </a:rPr>
              <a:t>y </a:t>
            </a:r>
            <a:r>
              <a:rPr lang="en-US" sz="2699" strike="noStrike" u="none">
                <a:solidFill>
                  <a:srgbClr val="000000"/>
                </a:solidFill>
                <a:latin typeface="Questrial"/>
                <a:ea typeface="Questrial"/>
                <a:cs typeface="Questrial"/>
                <a:sym typeface="Questrial"/>
              </a:rPr>
              <a:t>al</a:t>
            </a:r>
            <a:r>
              <a:rPr lang="en-US" sz="2699" strike="noStrike" u="none">
                <a:solidFill>
                  <a:srgbClr val="000000"/>
                </a:solidFill>
                <a:latin typeface="Questrial"/>
                <a:ea typeface="Questrial"/>
                <a:cs typeface="Questrial"/>
                <a:sym typeface="Questrial"/>
              </a:rPr>
              <a:t>m</a:t>
            </a:r>
            <a:r>
              <a:rPr lang="en-US" sz="2699" strike="noStrike" u="none">
                <a:solidFill>
                  <a:srgbClr val="000000"/>
                </a:solidFill>
                <a:latin typeface="Questrial"/>
                <a:ea typeface="Questrial"/>
                <a:cs typeface="Questrial"/>
                <a:sym typeface="Questrial"/>
              </a:rPr>
              <a:t>ace</a:t>
            </a:r>
            <a:r>
              <a:rPr lang="en-US" sz="2699" strike="noStrike" u="none">
                <a:solidFill>
                  <a:srgbClr val="000000"/>
                </a:solidFill>
                <a:latin typeface="Questrial"/>
                <a:ea typeface="Questrial"/>
                <a:cs typeface="Questrial"/>
                <a:sym typeface="Questrial"/>
              </a:rPr>
              <a:t>nam</a:t>
            </a:r>
            <a:r>
              <a:rPr lang="en-US" sz="2699" strike="noStrike" u="none">
                <a:solidFill>
                  <a:srgbClr val="000000"/>
                </a:solidFill>
                <a:latin typeface="Questrial"/>
                <a:ea typeface="Questrial"/>
                <a:cs typeface="Questrial"/>
                <a:sym typeface="Questrial"/>
              </a:rPr>
              <a:t>i</a:t>
            </a:r>
            <a:r>
              <a:rPr lang="en-US" sz="2699" strike="noStrike" u="none">
                <a:solidFill>
                  <a:srgbClr val="000000"/>
                </a:solidFill>
                <a:latin typeface="Questrial"/>
                <a:ea typeface="Questrial"/>
                <a:cs typeface="Questrial"/>
                <a:sym typeface="Questrial"/>
              </a:rPr>
              <a:t>en</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o</a:t>
            </a:r>
            <a:r>
              <a:rPr lang="en-US" sz="2699" strike="noStrike" u="none">
                <a:solidFill>
                  <a:srgbClr val="000000"/>
                </a:solidFill>
                <a:latin typeface="Questrial"/>
                <a:ea typeface="Questrial"/>
                <a:cs typeface="Questrial"/>
                <a:sym typeface="Questrial"/>
              </a:rPr>
              <a:t> e</a:t>
            </a:r>
            <a:r>
              <a:rPr lang="en-US" sz="2699" strike="noStrike" u="none">
                <a:solidFill>
                  <a:srgbClr val="000000"/>
                </a:solidFill>
                <a:latin typeface="Questrial"/>
                <a:ea typeface="Questrial"/>
                <a:cs typeface="Questrial"/>
                <a:sym typeface="Questrial"/>
              </a:rPr>
              <a:t>n </a:t>
            </a:r>
            <a:r>
              <a:rPr lang="en-US" sz="2699" strike="noStrike" u="none">
                <a:solidFill>
                  <a:srgbClr val="000000"/>
                </a:solidFill>
                <a:latin typeface="Questrial"/>
                <a:ea typeface="Questrial"/>
                <a:cs typeface="Questrial"/>
                <a:sym typeface="Questrial"/>
              </a:rPr>
              <a:t>u</a:t>
            </a:r>
            <a:r>
              <a:rPr lang="en-US" sz="2699" strike="noStrike" u="none">
                <a:solidFill>
                  <a:srgbClr val="000000"/>
                </a:solidFill>
                <a:latin typeface="Questrial"/>
                <a:ea typeface="Questrial"/>
                <a:cs typeface="Questrial"/>
                <a:sym typeface="Questrial"/>
              </a:rPr>
              <a:t>na ba</a:t>
            </a:r>
            <a:r>
              <a:rPr lang="en-US" sz="2699" strike="noStrike" u="none">
                <a:solidFill>
                  <a:srgbClr val="000000"/>
                </a:solidFill>
                <a:latin typeface="Questrial"/>
                <a:ea typeface="Questrial"/>
                <a:cs typeface="Questrial"/>
                <a:sym typeface="Questrial"/>
              </a:rPr>
              <a:t>s</a:t>
            </a:r>
            <a:r>
              <a:rPr lang="en-US" sz="2699" strike="noStrike" u="none">
                <a:solidFill>
                  <a:srgbClr val="000000"/>
                </a:solidFill>
                <a:latin typeface="Questrial"/>
                <a:ea typeface="Questrial"/>
                <a:cs typeface="Questrial"/>
                <a:sym typeface="Questrial"/>
              </a:rPr>
              <a:t>e de dat</a:t>
            </a:r>
            <a:r>
              <a:rPr lang="en-US" sz="2699" strike="noStrike" u="none">
                <a:solidFill>
                  <a:srgbClr val="000000"/>
                </a:solidFill>
                <a:latin typeface="Questrial"/>
                <a:ea typeface="Questrial"/>
                <a:cs typeface="Questrial"/>
                <a:sym typeface="Questrial"/>
              </a:rPr>
              <a:t>o</a:t>
            </a:r>
            <a:r>
              <a:rPr lang="en-US" sz="2699" strike="noStrike" u="none">
                <a:solidFill>
                  <a:srgbClr val="000000"/>
                </a:solidFill>
                <a:latin typeface="Questrial"/>
                <a:ea typeface="Questrial"/>
                <a:cs typeface="Questrial"/>
                <a:sym typeface="Questrial"/>
              </a:rPr>
              <a:t>s </a:t>
            </a:r>
            <a:r>
              <a:rPr lang="en-US" sz="2699" strike="noStrike" u="none">
                <a:solidFill>
                  <a:srgbClr val="000000"/>
                </a:solidFill>
                <a:latin typeface="Questrial"/>
                <a:ea typeface="Questrial"/>
                <a:cs typeface="Questrial"/>
                <a:sym typeface="Questrial"/>
              </a:rPr>
              <a:t>d</a:t>
            </a:r>
            <a:r>
              <a:rPr lang="en-US" sz="2699" strike="noStrike" u="none">
                <a:solidFill>
                  <a:srgbClr val="000000"/>
                </a:solidFill>
                <a:latin typeface="Questrial"/>
                <a:ea typeface="Questrial"/>
                <a:cs typeface="Questrial"/>
                <a:sym typeface="Questrial"/>
              </a:rPr>
              <a:t>el</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clie</a:t>
            </a:r>
            <a:r>
              <a:rPr lang="en-US" sz="2699" strike="noStrike" u="none">
                <a:solidFill>
                  <a:srgbClr val="000000"/>
                </a:solidFill>
                <a:latin typeface="Questrial"/>
                <a:ea typeface="Questrial"/>
                <a:cs typeface="Questrial"/>
                <a:sym typeface="Questrial"/>
              </a:rPr>
              <a:t>n</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e. </a:t>
            </a:r>
            <a:r>
              <a:rPr lang="en-US" sz="2699" strike="noStrike" u="none">
                <a:solidFill>
                  <a:srgbClr val="000000"/>
                </a:solidFill>
                <a:latin typeface="Questrial"/>
                <a:ea typeface="Questrial"/>
                <a:cs typeface="Questrial"/>
                <a:sym typeface="Questrial"/>
              </a:rPr>
              <a:t>El s</a:t>
            </a:r>
            <a:r>
              <a:rPr lang="en-US" sz="2699" strike="noStrike" u="none">
                <a:solidFill>
                  <a:srgbClr val="000000"/>
                </a:solidFill>
                <a:latin typeface="Questrial"/>
                <a:ea typeface="Questrial"/>
                <a:cs typeface="Questrial"/>
                <a:sym typeface="Questrial"/>
              </a:rPr>
              <a:t>is</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ema </a:t>
            </a:r>
            <a:r>
              <a:rPr lang="en-US" sz="2699" strike="noStrike" u="none">
                <a:solidFill>
                  <a:srgbClr val="000000"/>
                </a:solidFill>
                <a:latin typeface="Questrial"/>
                <a:ea typeface="Questrial"/>
                <a:cs typeface="Questrial"/>
                <a:sym typeface="Questrial"/>
              </a:rPr>
              <a:t>p</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rm</a:t>
            </a:r>
            <a:r>
              <a:rPr lang="en-US" sz="2699" strike="noStrike" u="none">
                <a:solidFill>
                  <a:srgbClr val="000000"/>
                </a:solidFill>
                <a:latin typeface="Questrial"/>
                <a:ea typeface="Questrial"/>
                <a:cs typeface="Questrial"/>
                <a:sym typeface="Questrial"/>
              </a:rPr>
              <a:t>it</a:t>
            </a:r>
            <a:r>
              <a:rPr lang="en-US" sz="2699" strike="noStrike" u="none">
                <a:solidFill>
                  <a:srgbClr val="000000"/>
                </a:solidFill>
                <a:latin typeface="Questrial"/>
                <a:ea typeface="Questrial"/>
                <a:cs typeface="Questrial"/>
                <a:sym typeface="Questrial"/>
              </a:rPr>
              <a:t>irá</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v</a:t>
            </a:r>
            <a:r>
              <a:rPr lang="en-US" sz="2699" strike="noStrike" u="none">
                <a:solidFill>
                  <a:srgbClr val="000000"/>
                </a:solidFill>
                <a:latin typeface="Questrial"/>
                <a:ea typeface="Questrial"/>
                <a:cs typeface="Questrial"/>
                <a:sym typeface="Questrial"/>
              </a:rPr>
              <a:t>is</a:t>
            </a:r>
            <a:r>
              <a:rPr lang="en-US" sz="2699" strike="noStrike" u="none">
                <a:solidFill>
                  <a:srgbClr val="000000"/>
                </a:solidFill>
                <a:latin typeface="Questrial"/>
                <a:ea typeface="Questrial"/>
                <a:cs typeface="Questrial"/>
                <a:sym typeface="Questrial"/>
              </a:rPr>
              <a:t>ua</a:t>
            </a:r>
            <a:r>
              <a:rPr lang="en-US" sz="2699" strike="noStrike" u="none">
                <a:solidFill>
                  <a:srgbClr val="000000"/>
                </a:solidFill>
                <a:latin typeface="Questrial"/>
                <a:ea typeface="Questrial"/>
                <a:cs typeface="Questrial"/>
                <a:sym typeface="Questrial"/>
              </a:rPr>
              <a:t>li</a:t>
            </a:r>
            <a:r>
              <a:rPr lang="en-US" sz="2699" strike="noStrike" u="none">
                <a:solidFill>
                  <a:srgbClr val="000000"/>
                </a:solidFill>
                <a:latin typeface="Questrial"/>
                <a:ea typeface="Questrial"/>
                <a:cs typeface="Questrial"/>
                <a:sym typeface="Questrial"/>
              </a:rPr>
              <a:t>zar ruta</a:t>
            </a:r>
            <a:r>
              <a:rPr lang="en-US" sz="2699" strike="noStrike" u="none">
                <a:solidFill>
                  <a:srgbClr val="000000"/>
                </a:solidFill>
                <a:latin typeface="Questrial"/>
                <a:ea typeface="Questrial"/>
                <a:cs typeface="Questrial"/>
                <a:sym typeface="Questrial"/>
              </a:rPr>
              <a:t>s </a:t>
            </a:r>
            <a:r>
              <a:rPr lang="en-US" sz="2699" strike="noStrike" u="none">
                <a:solidFill>
                  <a:srgbClr val="000000"/>
                </a:solidFill>
                <a:latin typeface="Questrial"/>
                <a:ea typeface="Questrial"/>
                <a:cs typeface="Questrial"/>
                <a:sym typeface="Questrial"/>
              </a:rPr>
              <a:t>y</a:t>
            </a:r>
            <a:r>
              <a:rPr lang="en-US" sz="2699" strike="noStrike" u="none">
                <a:solidFill>
                  <a:srgbClr val="000000"/>
                </a:solidFill>
                <a:latin typeface="Questrial"/>
                <a:ea typeface="Questrial"/>
                <a:cs typeface="Questrial"/>
                <a:sym typeface="Questrial"/>
              </a:rPr>
              <a:t>a e</a:t>
            </a:r>
            <a:r>
              <a:rPr lang="en-US" sz="2699" strike="noStrike" u="none">
                <a:solidFill>
                  <a:srgbClr val="000000"/>
                </a:solidFill>
                <a:latin typeface="Questrial"/>
                <a:ea typeface="Questrial"/>
                <a:cs typeface="Questrial"/>
                <a:sym typeface="Questrial"/>
              </a:rPr>
              <a:t>s</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able</a:t>
            </a:r>
            <a:r>
              <a:rPr lang="en-US" sz="2699" strike="noStrike" u="none">
                <a:solidFill>
                  <a:srgbClr val="000000"/>
                </a:solidFill>
                <a:latin typeface="Questrial"/>
                <a:ea typeface="Questrial"/>
                <a:cs typeface="Questrial"/>
                <a:sym typeface="Questrial"/>
              </a:rPr>
              <a:t>cid</a:t>
            </a:r>
            <a:r>
              <a:rPr lang="en-US" sz="2699" strike="noStrike" u="none">
                <a:solidFill>
                  <a:srgbClr val="000000"/>
                </a:solidFill>
                <a:latin typeface="Questrial"/>
                <a:ea typeface="Questrial"/>
                <a:cs typeface="Questrial"/>
                <a:sym typeface="Questrial"/>
              </a:rPr>
              <a:t>as,</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admi</a:t>
            </a:r>
            <a:r>
              <a:rPr lang="en-US" sz="2699" strike="noStrike" u="none">
                <a:solidFill>
                  <a:srgbClr val="000000"/>
                </a:solidFill>
                <a:latin typeface="Questrial"/>
                <a:ea typeface="Questrial"/>
                <a:cs typeface="Questrial"/>
                <a:sym typeface="Questrial"/>
              </a:rPr>
              <a:t>ni</a:t>
            </a:r>
            <a:r>
              <a:rPr lang="en-US" sz="2699" strike="noStrike" u="none">
                <a:solidFill>
                  <a:srgbClr val="000000"/>
                </a:solidFill>
                <a:latin typeface="Questrial"/>
                <a:ea typeface="Questrial"/>
                <a:cs typeface="Questrial"/>
                <a:sym typeface="Questrial"/>
              </a:rPr>
              <a:t>strar</a:t>
            </a:r>
            <a:r>
              <a:rPr lang="en-US" sz="2699" strike="noStrike" u="none">
                <a:solidFill>
                  <a:srgbClr val="000000"/>
                </a:solidFill>
                <a:latin typeface="Questrial"/>
                <a:ea typeface="Questrial"/>
                <a:cs typeface="Questrial"/>
                <a:sym typeface="Questrial"/>
              </a:rPr>
              <a:t> h</a:t>
            </a:r>
            <a:r>
              <a:rPr lang="en-US" sz="2699" strike="noStrike" u="none">
                <a:solidFill>
                  <a:srgbClr val="000000"/>
                </a:solidFill>
                <a:latin typeface="Questrial"/>
                <a:ea typeface="Questrial"/>
                <a:cs typeface="Questrial"/>
                <a:sym typeface="Questrial"/>
              </a:rPr>
              <a:t>or</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ri</a:t>
            </a:r>
            <a:r>
              <a:rPr lang="en-US" sz="2699" strike="noStrike" u="none">
                <a:solidFill>
                  <a:srgbClr val="000000"/>
                </a:solidFill>
                <a:latin typeface="Questrial"/>
                <a:ea typeface="Questrial"/>
                <a:cs typeface="Questrial"/>
                <a:sym typeface="Questrial"/>
              </a:rPr>
              <a:t>o</a:t>
            </a:r>
            <a:r>
              <a:rPr lang="en-US" sz="2699" strike="noStrike" u="none">
                <a:solidFill>
                  <a:srgbClr val="000000"/>
                </a:solidFill>
                <a:latin typeface="Questrial"/>
                <a:ea typeface="Questrial"/>
                <a:cs typeface="Questrial"/>
                <a:sym typeface="Questrial"/>
              </a:rPr>
              <a:t>s,</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g</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n</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r</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r</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p</a:t>
            </a:r>
            <a:r>
              <a:rPr lang="en-US" sz="2699" strike="noStrike" u="none">
                <a:solidFill>
                  <a:srgbClr val="000000"/>
                </a:solidFill>
                <a:latin typeface="Questrial"/>
                <a:ea typeface="Questrial"/>
                <a:cs typeface="Questrial"/>
                <a:sym typeface="Questrial"/>
              </a:rPr>
              <a:t>r</a:t>
            </a:r>
            <a:r>
              <a:rPr lang="en-US" sz="2699" strike="noStrike" u="none">
                <a:solidFill>
                  <a:srgbClr val="000000"/>
                </a:solidFill>
                <a:latin typeface="Questrial"/>
                <a:ea typeface="Questrial"/>
                <a:cs typeface="Questrial"/>
                <a:sym typeface="Questrial"/>
              </a:rPr>
              <a:t>ed</a:t>
            </a:r>
            <a:r>
              <a:rPr lang="en-US" sz="2699" strike="noStrike" u="none">
                <a:solidFill>
                  <a:srgbClr val="000000"/>
                </a:solidFill>
                <a:latin typeface="Questrial"/>
                <a:ea typeface="Questrial"/>
                <a:cs typeface="Questrial"/>
                <a:sym typeface="Questrial"/>
              </a:rPr>
              <a:t>ic</a:t>
            </a:r>
            <a:r>
              <a:rPr lang="en-US" sz="2699" strike="noStrike" u="none">
                <a:solidFill>
                  <a:srgbClr val="000000"/>
                </a:solidFill>
                <a:latin typeface="Questrial"/>
                <a:ea typeface="Questrial"/>
                <a:cs typeface="Questrial"/>
                <a:sym typeface="Questrial"/>
              </a:rPr>
              <a:t>c</a:t>
            </a:r>
            <a:r>
              <a:rPr lang="en-US" sz="2699" strike="noStrike" u="none">
                <a:solidFill>
                  <a:srgbClr val="000000"/>
                </a:solidFill>
                <a:latin typeface="Questrial"/>
                <a:ea typeface="Questrial"/>
                <a:cs typeface="Questrial"/>
                <a:sym typeface="Questrial"/>
              </a:rPr>
              <a:t>i</a:t>
            </a:r>
            <a:r>
              <a:rPr lang="en-US" sz="2699" strike="noStrike" u="none">
                <a:solidFill>
                  <a:srgbClr val="000000"/>
                </a:solidFill>
                <a:latin typeface="Questrial"/>
                <a:ea typeface="Questrial"/>
                <a:cs typeface="Questrial"/>
                <a:sym typeface="Questrial"/>
              </a:rPr>
              <a:t>on</a:t>
            </a:r>
            <a:r>
              <a:rPr lang="en-US" sz="2699" strike="noStrike" u="none">
                <a:solidFill>
                  <a:srgbClr val="000000"/>
                </a:solidFill>
                <a:latin typeface="Questrial"/>
                <a:ea typeface="Questrial"/>
                <a:cs typeface="Questrial"/>
                <a:sym typeface="Questrial"/>
              </a:rPr>
              <a:t>es </a:t>
            </a:r>
            <a:r>
              <a:rPr lang="en-US" sz="2699" strike="noStrike" u="none">
                <a:solidFill>
                  <a:srgbClr val="000000"/>
                </a:solidFill>
                <a:latin typeface="Questrial"/>
                <a:ea typeface="Questrial"/>
                <a:cs typeface="Questrial"/>
                <a:sym typeface="Questrial"/>
              </a:rPr>
              <a:t>d</a:t>
            </a:r>
            <a:r>
              <a:rPr lang="en-US" sz="2699" strike="noStrike" u="none">
                <a:solidFill>
                  <a:srgbClr val="000000"/>
                </a:solidFill>
                <a:latin typeface="Questrial"/>
                <a:ea typeface="Questrial"/>
                <a:cs typeface="Questrial"/>
                <a:sym typeface="Questrial"/>
              </a:rPr>
              <a:t>e t</a:t>
            </a:r>
            <a:r>
              <a:rPr lang="en-US" sz="2699" strike="noStrike" u="none">
                <a:solidFill>
                  <a:srgbClr val="000000"/>
                </a:solidFill>
                <a:latin typeface="Questrial"/>
                <a:ea typeface="Questrial"/>
                <a:cs typeface="Questrial"/>
                <a:sym typeface="Questrial"/>
              </a:rPr>
              <a:t>i</a:t>
            </a:r>
            <a:r>
              <a:rPr lang="en-US" sz="2699" strike="noStrike" u="none">
                <a:solidFill>
                  <a:srgbClr val="000000"/>
                </a:solidFill>
                <a:latin typeface="Questrial"/>
                <a:ea typeface="Questrial"/>
                <a:cs typeface="Questrial"/>
                <a:sym typeface="Questrial"/>
              </a:rPr>
              <a:t>emp</a:t>
            </a:r>
            <a:r>
              <a:rPr lang="en-US" sz="2699" strike="noStrike" u="none">
                <a:solidFill>
                  <a:srgbClr val="000000"/>
                </a:solidFill>
                <a:latin typeface="Questrial"/>
                <a:ea typeface="Questrial"/>
                <a:cs typeface="Questrial"/>
                <a:sym typeface="Questrial"/>
              </a:rPr>
              <a:t>o</a:t>
            </a:r>
            <a:r>
              <a:rPr lang="en-US" sz="2699" strike="noStrike" u="none">
                <a:solidFill>
                  <a:srgbClr val="000000"/>
                </a:solidFill>
                <a:latin typeface="Questrial"/>
                <a:ea typeface="Questrial"/>
                <a:cs typeface="Questrial"/>
                <a:sym typeface="Questrial"/>
              </a:rPr>
              <a:t>s </a:t>
            </a:r>
            <a:r>
              <a:rPr lang="en-US" sz="2699" strike="noStrike" u="none">
                <a:solidFill>
                  <a:srgbClr val="000000"/>
                </a:solidFill>
                <a:latin typeface="Questrial"/>
                <a:ea typeface="Questrial"/>
                <a:cs typeface="Questrial"/>
                <a:sym typeface="Questrial"/>
              </a:rPr>
              <a:t>de llegada</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y</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garan</a:t>
            </a:r>
            <a:r>
              <a:rPr lang="en-US" sz="2699" strike="noStrike" u="none">
                <a:solidFill>
                  <a:srgbClr val="000000"/>
                </a:solidFill>
                <a:latin typeface="Questrial"/>
                <a:ea typeface="Questrial"/>
                <a:cs typeface="Questrial"/>
                <a:sym typeface="Questrial"/>
              </a:rPr>
              <a:t>ti</a:t>
            </a:r>
            <a:r>
              <a:rPr lang="en-US" sz="2699" strike="noStrike" u="none">
                <a:solidFill>
                  <a:srgbClr val="000000"/>
                </a:solidFill>
                <a:latin typeface="Questrial"/>
                <a:ea typeface="Questrial"/>
                <a:cs typeface="Questrial"/>
                <a:sym typeface="Questrial"/>
              </a:rPr>
              <a:t>z</a:t>
            </a:r>
            <a:r>
              <a:rPr lang="en-US" sz="2699" strike="noStrike" u="none">
                <a:solidFill>
                  <a:srgbClr val="000000"/>
                </a:solidFill>
                <a:latin typeface="Questrial"/>
                <a:ea typeface="Questrial"/>
                <a:cs typeface="Questrial"/>
                <a:sym typeface="Questrial"/>
              </a:rPr>
              <a:t>ar</a:t>
            </a:r>
            <a:r>
              <a:rPr lang="en-US" sz="2699" strike="noStrike" u="none">
                <a:solidFill>
                  <a:srgbClr val="000000"/>
                </a:solidFill>
                <a:latin typeface="Questrial"/>
                <a:ea typeface="Questrial"/>
                <a:cs typeface="Questrial"/>
                <a:sym typeface="Questrial"/>
              </a:rPr>
              <a:t> l</a:t>
            </a:r>
            <a:r>
              <a:rPr lang="en-US" sz="2699" strike="noStrike" u="none">
                <a:solidFill>
                  <a:srgbClr val="000000"/>
                </a:solidFill>
                <a:latin typeface="Questrial"/>
                <a:ea typeface="Questrial"/>
                <a:cs typeface="Questrial"/>
                <a:sym typeface="Questrial"/>
              </a:rPr>
              <a:t>a</a:t>
            </a:r>
            <a:r>
              <a:rPr lang="en-US" sz="2699" strike="noStrike" u="none">
                <a:solidFill>
                  <a:srgbClr val="000000"/>
                </a:solidFill>
                <a:latin typeface="Questrial"/>
                <a:ea typeface="Questrial"/>
                <a:cs typeface="Questrial"/>
                <a:sym typeface="Questrial"/>
              </a:rPr>
              <a:t> pri</a:t>
            </a:r>
            <a:r>
              <a:rPr lang="en-US" sz="2699" strike="noStrike" u="none">
                <a:solidFill>
                  <a:srgbClr val="000000"/>
                </a:solidFill>
                <a:latin typeface="Questrial"/>
                <a:ea typeface="Questrial"/>
                <a:cs typeface="Questrial"/>
                <a:sym typeface="Questrial"/>
              </a:rPr>
              <a:t>v</a:t>
            </a:r>
            <a:r>
              <a:rPr lang="en-US" sz="2699" strike="noStrike" u="none">
                <a:solidFill>
                  <a:srgbClr val="000000"/>
                </a:solidFill>
                <a:latin typeface="Questrial"/>
                <a:ea typeface="Questrial"/>
                <a:cs typeface="Questrial"/>
                <a:sym typeface="Questrial"/>
              </a:rPr>
              <a:t>ac</a:t>
            </a:r>
            <a:r>
              <a:rPr lang="en-US" sz="2699" strike="noStrike" u="none">
                <a:solidFill>
                  <a:srgbClr val="000000"/>
                </a:solidFill>
                <a:latin typeface="Questrial"/>
                <a:ea typeface="Questrial"/>
                <a:cs typeface="Questrial"/>
                <a:sym typeface="Questrial"/>
              </a:rPr>
              <a:t>ida</a:t>
            </a:r>
            <a:r>
              <a:rPr lang="en-US" sz="2699" strike="noStrike" u="none">
                <a:solidFill>
                  <a:srgbClr val="000000"/>
                </a:solidFill>
                <a:latin typeface="Questrial"/>
                <a:ea typeface="Questrial"/>
                <a:cs typeface="Questrial"/>
                <a:sym typeface="Questrial"/>
              </a:rPr>
              <a:t>d</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d</a:t>
            </a:r>
            <a:r>
              <a:rPr lang="en-US" sz="2699" strike="noStrike" u="none">
                <a:solidFill>
                  <a:srgbClr val="000000"/>
                </a:solidFill>
                <a:latin typeface="Questrial"/>
                <a:ea typeface="Questrial"/>
                <a:cs typeface="Questrial"/>
                <a:sym typeface="Questrial"/>
              </a:rPr>
              <a:t>e</a:t>
            </a:r>
            <a:r>
              <a:rPr lang="en-US" sz="2699" strike="noStrike" u="none">
                <a:solidFill>
                  <a:srgbClr val="000000"/>
                </a:solidFill>
                <a:latin typeface="Questrial"/>
                <a:ea typeface="Questrial"/>
                <a:cs typeface="Questrial"/>
                <a:sym typeface="Questrial"/>
              </a:rPr>
              <a:t> </a:t>
            </a:r>
            <a:r>
              <a:rPr lang="en-US" sz="2699" strike="noStrike" u="none">
                <a:solidFill>
                  <a:srgbClr val="000000"/>
                </a:solidFill>
                <a:latin typeface="Questrial"/>
                <a:ea typeface="Questrial"/>
                <a:cs typeface="Questrial"/>
                <a:sym typeface="Questrial"/>
              </a:rPr>
              <a:t>l</a:t>
            </a:r>
            <a:r>
              <a:rPr lang="en-US" sz="2699" strike="noStrike" u="none">
                <a:solidFill>
                  <a:srgbClr val="000000"/>
                </a:solidFill>
                <a:latin typeface="Questrial"/>
                <a:ea typeface="Questrial"/>
                <a:cs typeface="Questrial"/>
                <a:sym typeface="Questrial"/>
              </a:rPr>
              <a:t>o</a:t>
            </a:r>
            <a:r>
              <a:rPr lang="en-US" sz="2699" strike="noStrike" u="none">
                <a:solidFill>
                  <a:srgbClr val="000000"/>
                </a:solidFill>
                <a:latin typeface="Questrial"/>
                <a:ea typeface="Questrial"/>
                <a:cs typeface="Questrial"/>
                <a:sym typeface="Questrial"/>
              </a:rPr>
              <a:t>s </a:t>
            </a:r>
            <a:r>
              <a:rPr lang="en-US" sz="2699" strike="noStrike" u="none">
                <a:solidFill>
                  <a:srgbClr val="000000"/>
                </a:solidFill>
                <a:latin typeface="Questrial"/>
                <a:ea typeface="Questrial"/>
                <a:cs typeface="Questrial"/>
                <a:sym typeface="Questrial"/>
              </a:rPr>
              <a:t>conduc</a:t>
            </a:r>
            <a:r>
              <a:rPr lang="en-US" sz="2699" strike="noStrike" u="none">
                <a:solidFill>
                  <a:srgbClr val="000000"/>
                </a:solidFill>
                <a:latin typeface="Questrial"/>
                <a:ea typeface="Questrial"/>
                <a:cs typeface="Questrial"/>
                <a:sym typeface="Questrial"/>
              </a:rPr>
              <a:t>t</a:t>
            </a:r>
            <a:r>
              <a:rPr lang="en-US" sz="2699" strike="noStrike" u="none">
                <a:solidFill>
                  <a:srgbClr val="000000"/>
                </a:solidFill>
                <a:latin typeface="Questrial"/>
                <a:ea typeface="Questrial"/>
                <a:cs typeface="Questrial"/>
                <a:sym typeface="Questrial"/>
              </a:rPr>
              <a:t>o</a:t>
            </a:r>
            <a:r>
              <a:rPr lang="en-US" sz="2699" strike="noStrike" u="none">
                <a:solidFill>
                  <a:srgbClr val="000000"/>
                </a:solidFill>
                <a:latin typeface="Questrial"/>
                <a:ea typeface="Questrial"/>
                <a:cs typeface="Questrial"/>
                <a:sym typeface="Questrial"/>
              </a:rPr>
              <a:t>res.</a:t>
            </a:r>
          </a:p>
          <a:p>
            <a:pPr algn="just" marL="0" indent="0" lvl="0">
              <a:lnSpc>
                <a:spcPts val="3779"/>
              </a:lnSpc>
              <a:spcBef>
                <a:spcPct val="0"/>
              </a:spcBef>
            </a:pPr>
          </a:p>
          <a:p>
            <a:pPr algn="just" marL="0" indent="0" lvl="0">
              <a:lnSpc>
                <a:spcPts val="3779"/>
              </a:lnSpc>
              <a:spcBef>
                <a:spcPct val="0"/>
              </a:spcBef>
            </a:pPr>
            <a:r>
              <a:rPr lang="en-US" sz="2699" strike="noStrike" u="none">
                <a:solidFill>
                  <a:srgbClr val="000000"/>
                </a:solidFill>
                <a:latin typeface="Questrial"/>
                <a:ea typeface="Questrial"/>
                <a:cs typeface="Questrial"/>
                <a:sym typeface="Questrial"/>
              </a:rPr>
              <a:t>El objetivo principal del proyecto es mejorar la eficiencia operativa del servicio de transporte, brindar mayor control administrativo y ofrecer información confiable y actualizada a los usuarios, asegurando estabilidad, seguridad y escalabilidad en el sistema. De esta manera, Premium Bus busca convertirse en una solución integral que modernice la gestión del transporte y facilite la toma de decisiones basada en datos.</a:t>
            </a:r>
          </a:p>
          <a:p>
            <a:pPr algn="just" marL="0" indent="0" lvl="0">
              <a:lnSpc>
                <a:spcPts val="377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900947" y="3675075"/>
            <a:ext cx="12486106" cy="2752830"/>
          </a:xfrm>
          <a:prstGeom prst="rect">
            <a:avLst/>
          </a:prstGeom>
        </p:spPr>
        <p:txBody>
          <a:bodyPr anchor="t" rtlCol="false" tIns="0" lIns="0" bIns="0" rIns="0">
            <a:spAutoFit/>
          </a:bodyPr>
          <a:lstStyle/>
          <a:p>
            <a:pPr algn="ctr">
              <a:lnSpc>
                <a:spcPts val="22569"/>
              </a:lnSpc>
            </a:pPr>
            <a:r>
              <a:rPr lang="en-US" b="true" sz="16120">
                <a:solidFill>
                  <a:srgbClr val="000000"/>
                </a:solidFill>
                <a:latin typeface="Antonio Bold"/>
                <a:ea typeface="Antonio Bold"/>
                <a:cs typeface="Antonio Bold"/>
                <a:sym typeface="Antonio Bold"/>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DAHA8-dB_H0</dc:identifier>
  <dcterms:modified xsi:type="dcterms:W3CDTF">2011-08-01T06:04:30Z</dcterms:modified>
  <cp:revision>1</cp:revision>
  <dc:title>Requisitos del Sistema a desarrollar y Carta Compromiso</dc:title>
</cp:coreProperties>
</file>